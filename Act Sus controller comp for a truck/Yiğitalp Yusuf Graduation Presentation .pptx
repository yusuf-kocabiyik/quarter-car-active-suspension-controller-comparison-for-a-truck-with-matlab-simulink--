
<file path=[Content_Types].xml><?xml version="1.0" encoding="utf-8"?>
<Types xmlns="http://schemas.openxmlformats.org/package/2006/content-types">
  <Default Extension="emf" ContentType="image/x-em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56" r:id="rId2"/>
    <p:sldId id="257" r:id="rId3"/>
    <p:sldId id="258" r:id="rId4"/>
    <p:sldId id="259" r:id="rId5"/>
    <p:sldId id="261" r:id="rId6"/>
    <p:sldId id="260" r:id="rId7"/>
    <p:sldId id="262" r:id="rId8"/>
    <p:sldId id="267" r:id="rId9"/>
    <p:sldId id="276" r:id="rId10"/>
    <p:sldId id="277" r:id="rId11"/>
    <p:sldId id="278" r:id="rId12"/>
    <p:sldId id="279" r:id="rId13"/>
    <p:sldId id="264" r:id="rId14"/>
    <p:sldId id="269" r:id="rId15"/>
    <p:sldId id="270" r:id="rId16"/>
    <p:sldId id="271" r:id="rId17"/>
    <p:sldId id="275" r:id="rId18"/>
    <p:sldId id="272" r:id="rId19"/>
    <p:sldId id="280" r:id="rId20"/>
    <p:sldId id="281" r:id="rId21"/>
    <p:sldId id="263" r:id="rId22"/>
    <p:sldId id="282" r:id="rId23"/>
    <p:sldId id="288" r:id="rId24"/>
    <p:sldId id="265" r:id="rId25"/>
    <p:sldId id="286" r:id="rId26"/>
    <p:sldId id="283" r:id="rId27"/>
    <p:sldId id="285" r:id="rId28"/>
    <p:sldId id="287" r:id="rId29"/>
    <p:sldId id="266" r:id="rId30"/>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D1F353E-F360-4243-BD76-AD18C1F33701}" v="877" dt="2024-06-04T23:19:24.41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720"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usuf Kocabıyık" userId="3e9099966e893349" providerId="LiveId" clId="{BD1F353E-F360-4243-BD76-AD18C1F33701}"/>
    <pc:docChg chg="undo redo custSel addSld delSld modSld">
      <pc:chgData name="Yusuf Kocabıyık" userId="3e9099966e893349" providerId="LiveId" clId="{BD1F353E-F360-4243-BD76-AD18C1F33701}" dt="2024-06-04T23:20:05.147" v="3683" actId="1076"/>
      <pc:docMkLst>
        <pc:docMk/>
      </pc:docMkLst>
      <pc:sldChg chg="modSp mod">
        <pc:chgData name="Yusuf Kocabıyık" userId="3e9099966e893349" providerId="LiveId" clId="{BD1F353E-F360-4243-BD76-AD18C1F33701}" dt="2024-06-04T19:33:39.363" v="1380" actId="207"/>
        <pc:sldMkLst>
          <pc:docMk/>
          <pc:sldMk cId="215842860" sldId="260"/>
        </pc:sldMkLst>
        <pc:spChg chg="mod">
          <ac:chgData name="Yusuf Kocabıyık" userId="3e9099966e893349" providerId="LiveId" clId="{BD1F353E-F360-4243-BD76-AD18C1F33701}" dt="2024-06-04T19:33:39.363" v="1380" actId="207"/>
          <ac:spMkLst>
            <pc:docMk/>
            <pc:sldMk cId="215842860" sldId="260"/>
            <ac:spMk id="3" creationId="{A1CF6DFD-1E8B-4105-B4C3-989DE2FF6D30}"/>
          </ac:spMkLst>
        </pc:spChg>
      </pc:sldChg>
      <pc:sldChg chg="addSp delSp modSp mod">
        <pc:chgData name="Yusuf Kocabıyık" userId="3e9099966e893349" providerId="LiveId" clId="{BD1F353E-F360-4243-BD76-AD18C1F33701}" dt="2024-06-04T19:32:15.595" v="1342" actId="1076"/>
        <pc:sldMkLst>
          <pc:docMk/>
          <pc:sldMk cId="1409703444" sldId="262"/>
        </pc:sldMkLst>
        <pc:spChg chg="add del mod">
          <ac:chgData name="Yusuf Kocabıyık" userId="3e9099966e893349" providerId="LiveId" clId="{BD1F353E-F360-4243-BD76-AD18C1F33701}" dt="2024-06-04T19:27:45.421" v="1330"/>
          <ac:spMkLst>
            <pc:docMk/>
            <pc:sldMk cId="1409703444" sldId="262"/>
            <ac:spMk id="3" creationId="{01E9EF82-69B2-E422-23CB-DB77718109CC}"/>
          </ac:spMkLst>
        </pc:spChg>
        <pc:spChg chg="add mod">
          <ac:chgData name="Yusuf Kocabıyık" userId="3e9099966e893349" providerId="LiveId" clId="{BD1F353E-F360-4243-BD76-AD18C1F33701}" dt="2024-06-04T19:32:00.291" v="1337" actId="1076"/>
          <ac:spMkLst>
            <pc:docMk/>
            <pc:sldMk cId="1409703444" sldId="262"/>
            <ac:spMk id="5" creationId="{2421007E-B7A1-FAAD-5F89-F628FA19F30A}"/>
          </ac:spMkLst>
        </pc:spChg>
        <pc:spChg chg="mod">
          <ac:chgData name="Yusuf Kocabıyık" userId="3e9099966e893349" providerId="LiveId" clId="{BD1F353E-F360-4243-BD76-AD18C1F33701}" dt="2024-06-04T19:32:13.270" v="1341" actId="1076"/>
          <ac:spMkLst>
            <pc:docMk/>
            <pc:sldMk cId="1409703444" sldId="262"/>
            <ac:spMk id="7" creationId="{623B173E-E6E9-65E1-9CBF-FB0991BDDA50}"/>
          </ac:spMkLst>
        </pc:spChg>
        <pc:spChg chg="mod">
          <ac:chgData name="Yusuf Kocabıyık" userId="3e9099966e893349" providerId="LiveId" clId="{BD1F353E-F360-4243-BD76-AD18C1F33701}" dt="2024-06-04T19:31:36.248" v="1335" actId="21"/>
          <ac:spMkLst>
            <pc:docMk/>
            <pc:sldMk cId="1409703444" sldId="262"/>
            <ac:spMk id="9" creationId="{584FFD59-A797-FD3E-E86B-869A54FF5AFD}"/>
          </ac:spMkLst>
        </pc:spChg>
        <pc:picChg chg="mod">
          <ac:chgData name="Yusuf Kocabıyık" userId="3e9099966e893349" providerId="LiveId" clId="{BD1F353E-F360-4243-BD76-AD18C1F33701}" dt="2024-06-04T19:32:15.595" v="1342" actId="1076"/>
          <ac:picMkLst>
            <pc:docMk/>
            <pc:sldMk cId="1409703444" sldId="262"/>
            <ac:picMk id="4" creationId="{C394B8F7-F786-C322-562B-694D88D4A676}"/>
          </ac:picMkLst>
        </pc:picChg>
      </pc:sldChg>
      <pc:sldChg chg="modSp add mod">
        <pc:chgData name="Yusuf Kocabıyık" userId="3e9099966e893349" providerId="LiveId" clId="{BD1F353E-F360-4243-BD76-AD18C1F33701}" dt="2024-06-04T22:54:07.229" v="3286" actId="1076"/>
        <pc:sldMkLst>
          <pc:docMk/>
          <pc:sldMk cId="64969203" sldId="263"/>
        </pc:sldMkLst>
        <pc:spChg chg="mod">
          <ac:chgData name="Yusuf Kocabıyık" userId="3e9099966e893349" providerId="LiveId" clId="{BD1F353E-F360-4243-BD76-AD18C1F33701}" dt="2024-06-04T22:54:02.813" v="3285"/>
          <ac:spMkLst>
            <pc:docMk/>
            <pc:sldMk cId="64969203" sldId="263"/>
            <ac:spMk id="2" creationId="{F24D5C5A-AD68-B918-7D2C-AE3115367555}"/>
          </ac:spMkLst>
        </pc:spChg>
        <pc:picChg chg="mod">
          <ac:chgData name="Yusuf Kocabıyık" userId="3e9099966e893349" providerId="LiveId" clId="{BD1F353E-F360-4243-BD76-AD18C1F33701}" dt="2024-06-04T22:54:07.229" v="3286" actId="1076"/>
          <ac:picMkLst>
            <pc:docMk/>
            <pc:sldMk cId="64969203" sldId="263"/>
            <ac:picMk id="5" creationId="{CB769BE2-19E5-D132-FF26-6A59D7154E64}"/>
          </ac:picMkLst>
        </pc:picChg>
      </pc:sldChg>
      <pc:sldChg chg="modSp del mod">
        <pc:chgData name="Yusuf Kocabıyık" userId="3e9099966e893349" providerId="LiveId" clId="{BD1F353E-F360-4243-BD76-AD18C1F33701}" dt="2024-06-04T22:50:53.416" v="3248" actId="47"/>
        <pc:sldMkLst>
          <pc:docMk/>
          <pc:sldMk cId="2494673637" sldId="263"/>
        </pc:sldMkLst>
        <pc:spChg chg="mod">
          <ac:chgData name="Yusuf Kocabıyık" userId="3e9099966e893349" providerId="LiveId" clId="{BD1F353E-F360-4243-BD76-AD18C1F33701}" dt="2024-06-04T22:47:13.057" v="3244" actId="20577"/>
          <ac:spMkLst>
            <pc:docMk/>
            <pc:sldMk cId="2494673637" sldId="263"/>
            <ac:spMk id="2" creationId="{D488A051-C066-43E7-865C-CAF8285098AB}"/>
          </ac:spMkLst>
        </pc:spChg>
        <pc:spChg chg="mod">
          <ac:chgData name="Yusuf Kocabıyık" userId="3e9099966e893349" providerId="LiveId" clId="{BD1F353E-F360-4243-BD76-AD18C1F33701}" dt="2024-06-04T22:48:49.987" v="3246" actId="255"/>
          <ac:spMkLst>
            <pc:docMk/>
            <pc:sldMk cId="2494673637" sldId="263"/>
            <ac:spMk id="3" creationId="{DA7DA621-4202-4060-81F2-296D99AB037D}"/>
          </ac:spMkLst>
        </pc:spChg>
      </pc:sldChg>
      <pc:sldChg chg="addSp modSp mod">
        <pc:chgData name="Yusuf Kocabıyık" userId="3e9099966e893349" providerId="LiveId" clId="{BD1F353E-F360-4243-BD76-AD18C1F33701}" dt="2024-06-04T23:06:58.016" v="3539" actId="1076"/>
        <pc:sldMkLst>
          <pc:docMk/>
          <pc:sldMk cId="541512119" sldId="264"/>
        </pc:sldMkLst>
        <pc:spChg chg="mod">
          <ac:chgData name="Yusuf Kocabıyık" userId="3e9099966e893349" providerId="LiveId" clId="{BD1F353E-F360-4243-BD76-AD18C1F33701}" dt="2024-06-04T18:55:16.963" v="411" actId="1076"/>
          <ac:spMkLst>
            <pc:docMk/>
            <pc:sldMk cId="541512119" sldId="264"/>
            <ac:spMk id="2" creationId="{7D2902D2-EB27-4DC4-80F2-912D5D150A1C}"/>
          </ac:spMkLst>
        </pc:spChg>
        <pc:spChg chg="mod">
          <ac:chgData name="Yusuf Kocabıyık" userId="3e9099966e893349" providerId="LiveId" clId="{BD1F353E-F360-4243-BD76-AD18C1F33701}" dt="2024-06-04T23:06:39.336" v="3534" actId="5793"/>
          <ac:spMkLst>
            <pc:docMk/>
            <pc:sldMk cId="541512119" sldId="264"/>
            <ac:spMk id="3" creationId="{17C0C412-66CF-4555-B81C-F8FFF7CF5040}"/>
          </ac:spMkLst>
        </pc:spChg>
        <pc:picChg chg="add mod">
          <ac:chgData name="Yusuf Kocabıyık" userId="3e9099966e893349" providerId="LiveId" clId="{BD1F353E-F360-4243-BD76-AD18C1F33701}" dt="2024-06-04T23:06:55.956" v="3538" actId="1076"/>
          <ac:picMkLst>
            <pc:docMk/>
            <pc:sldMk cId="541512119" sldId="264"/>
            <ac:picMk id="4" creationId="{181E9571-7DFF-DFD8-0929-5E402EEB29F9}"/>
          </ac:picMkLst>
        </pc:picChg>
        <pc:picChg chg="add mod">
          <ac:chgData name="Yusuf Kocabıyık" userId="3e9099966e893349" providerId="LiveId" clId="{BD1F353E-F360-4243-BD76-AD18C1F33701}" dt="2024-06-04T23:06:58.016" v="3539" actId="1076"/>
          <ac:picMkLst>
            <pc:docMk/>
            <pc:sldMk cId="541512119" sldId="264"/>
            <ac:picMk id="5" creationId="{D1D42662-B70B-A43E-A75F-B0C53398DCA8}"/>
          </ac:picMkLst>
        </pc:picChg>
      </pc:sldChg>
      <pc:sldChg chg="addSp delSp modSp mod">
        <pc:chgData name="Yusuf Kocabıyık" userId="3e9099966e893349" providerId="LiveId" clId="{BD1F353E-F360-4243-BD76-AD18C1F33701}" dt="2024-06-04T23:14:09.023" v="3555" actId="1076"/>
        <pc:sldMkLst>
          <pc:docMk/>
          <pc:sldMk cId="4031462789" sldId="265"/>
        </pc:sldMkLst>
        <pc:spChg chg="mod">
          <ac:chgData name="Yusuf Kocabıyık" userId="3e9099966e893349" providerId="LiveId" clId="{BD1F353E-F360-4243-BD76-AD18C1F33701}" dt="2024-06-04T23:14:03.051" v="3553" actId="1076"/>
          <ac:spMkLst>
            <pc:docMk/>
            <pc:sldMk cId="4031462789" sldId="265"/>
            <ac:spMk id="2" creationId="{502F6B98-B7D6-444D-80CD-72250897204D}"/>
          </ac:spMkLst>
        </pc:spChg>
        <pc:spChg chg="del mod">
          <ac:chgData name="Yusuf Kocabıyık" userId="3e9099966e893349" providerId="LiveId" clId="{BD1F353E-F360-4243-BD76-AD18C1F33701}" dt="2024-06-04T22:56:52.757" v="3293"/>
          <ac:spMkLst>
            <pc:docMk/>
            <pc:sldMk cId="4031462789" sldId="265"/>
            <ac:spMk id="3" creationId="{4E7CAAAB-463C-45B6-B0B4-EE66863797BB}"/>
          </ac:spMkLst>
        </pc:spChg>
        <pc:picChg chg="add mod">
          <ac:chgData name="Yusuf Kocabıyık" userId="3e9099966e893349" providerId="LiveId" clId="{BD1F353E-F360-4243-BD76-AD18C1F33701}" dt="2024-06-04T23:13:58.331" v="3552" actId="1076"/>
          <ac:picMkLst>
            <pc:docMk/>
            <pc:sldMk cId="4031462789" sldId="265"/>
            <ac:picMk id="4" creationId="{83BECF6A-3B70-0CA7-FBF3-2E962F576A4C}"/>
          </ac:picMkLst>
        </pc:picChg>
        <pc:picChg chg="add mod">
          <ac:chgData name="Yusuf Kocabıyık" userId="3e9099966e893349" providerId="LiveId" clId="{BD1F353E-F360-4243-BD76-AD18C1F33701}" dt="2024-06-04T23:14:09.023" v="3555" actId="1076"/>
          <ac:picMkLst>
            <pc:docMk/>
            <pc:sldMk cId="4031462789" sldId="265"/>
            <ac:picMk id="5" creationId="{45DC8070-E8E6-3C08-A28A-9EAA27EA6019}"/>
          </ac:picMkLst>
        </pc:picChg>
        <pc:picChg chg="add mod">
          <ac:chgData name="Yusuf Kocabıyık" userId="3e9099966e893349" providerId="LiveId" clId="{BD1F353E-F360-4243-BD76-AD18C1F33701}" dt="2024-06-04T23:14:06.116" v="3554" actId="1076"/>
          <ac:picMkLst>
            <pc:docMk/>
            <pc:sldMk cId="4031462789" sldId="265"/>
            <ac:picMk id="6" creationId="{FABB31A5-C631-AE73-362D-625BB63EAAA0}"/>
          </ac:picMkLst>
        </pc:picChg>
        <pc:picChg chg="add del mod">
          <ac:chgData name="Yusuf Kocabıyık" userId="3e9099966e893349" providerId="LiveId" clId="{BD1F353E-F360-4243-BD76-AD18C1F33701}" dt="2024-06-04T23:13:42.930" v="3543" actId="21"/>
          <ac:picMkLst>
            <pc:docMk/>
            <pc:sldMk cId="4031462789" sldId="265"/>
            <ac:picMk id="7" creationId="{509EAD4A-9964-F2A8-97D2-4D55A85E673A}"/>
          </ac:picMkLst>
        </pc:picChg>
      </pc:sldChg>
      <pc:sldChg chg="addSp modSp new mod">
        <pc:chgData name="Yusuf Kocabıyık" userId="3e9099966e893349" providerId="LiveId" clId="{BD1F353E-F360-4243-BD76-AD18C1F33701}" dt="2024-06-04T19:58:23.597" v="1688" actId="207"/>
        <pc:sldMkLst>
          <pc:docMk/>
          <pc:sldMk cId="1778735670" sldId="267"/>
        </pc:sldMkLst>
        <pc:spChg chg="mod">
          <ac:chgData name="Yusuf Kocabıyık" userId="3e9099966e893349" providerId="LiveId" clId="{BD1F353E-F360-4243-BD76-AD18C1F33701}" dt="2024-06-04T14:16:34.566" v="261" actId="20577"/>
          <ac:spMkLst>
            <pc:docMk/>
            <pc:sldMk cId="1778735670" sldId="267"/>
            <ac:spMk id="2" creationId="{42DFED7C-6EA1-5D67-A3E2-6B1E447CD443}"/>
          </ac:spMkLst>
        </pc:spChg>
        <pc:spChg chg="mod">
          <ac:chgData name="Yusuf Kocabıyık" userId="3e9099966e893349" providerId="LiveId" clId="{BD1F353E-F360-4243-BD76-AD18C1F33701}" dt="2024-06-04T14:16:57.259" v="265" actId="1076"/>
          <ac:spMkLst>
            <pc:docMk/>
            <pc:sldMk cId="1778735670" sldId="267"/>
            <ac:spMk id="3" creationId="{E0FB3F15-9BD8-8B41-0934-93F60B30CAEF}"/>
          </ac:spMkLst>
        </pc:spChg>
        <pc:spChg chg="add mod">
          <ac:chgData name="Yusuf Kocabıyık" userId="3e9099966e893349" providerId="LiveId" clId="{BD1F353E-F360-4243-BD76-AD18C1F33701}" dt="2024-06-04T14:16:44.657" v="263" actId="1076"/>
          <ac:spMkLst>
            <pc:docMk/>
            <pc:sldMk cId="1778735670" sldId="267"/>
            <ac:spMk id="4" creationId="{20011FC1-BA57-B231-BEB6-2DEE59354E92}"/>
          </ac:spMkLst>
        </pc:spChg>
        <pc:spChg chg="add mod">
          <ac:chgData name="Yusuf Kocabıyık" userId="3e9099966e893349" providerId="LiveId" clId="{BD1F353E-F360-4243-BD76-AD18C1F33701}" dt="2024-06-04T19:27:07.537" v="1325" actId="1076"/>
          <ac:spMkLst>
            <pc:docMk/>
            <pc:sldMk cId="1778735670" sldId="267"/>
            <ac:spMk id="5" creationId="{EB4169D9-B462-BC1A-431D-3122A58951B7}"/>
          </ac:spMkLst>
        </pc:spChg>
        <pc:spChg chg="add mod">
          <ac:chgData name="Yusuf Kocabıyık" userId="3e9099966e893349" providerId="LiveId" clId="{BD1F353E-F360-4243-BD76-AD18C1F33701}" dt="2024-06-04T19:58:23.597" v="1688" actId="207"/>
          <ac:spMkLst>
            <pc:docMk/>
            <pc:sldMk cId="1778735670" sldId="267"/>
            <ac:spMk id="6" creationId="{31B3564F-B2B6-1CDD-0947-5284D6FBE00A}"/>
          </ac:spMkLst>
        </pc:spChg>
      </pc:sldChg>
      <pc:sldChg chg="addSp delSp modSp new del mod">
        <pc:chgData name="Yusuf Kocabıyık" userId="3e9099966e893349" providerId="LiveId" clId="{BD1F353E-F360-4243-BD76-AD18C1F33701}" dt="2024-06-04T23:07:14.085" v="3540" actId="47"/>
        <pc:sldMkLst>
          <pc:docMk/>
          <pc:sldMk cId="2708780931" sldId="268"/>
        </pc:sldMkLst>
        <pc:spChg chg="mod">
          <ac:chgData name="Yusuf Kocabıyık" userId="3e9099966e893349" providerId="LiveId" clId="{BD1F353E-F360-4243-BD76-AD18C1F33701}" dt="2024-06-04T18:58:49.383" v="417" actId="14100"/>
          <ac:spMkLst>
            <pc:docMk/>
            <pc:sldMk cId="2708780931" sldId="268"/>
            <ac:spMk id="2" creationId="{EE155091-7F02-EF7B-95B4-41BDF02770E0}"/>
          </ac:spMkLst>
        </pc:spChg>
        <pc:spChg chg="del">
          <ac:chgData name="Yusuf Kocabıyık" userId="3e9099966e893349" providerId="LiveId" clId="{BD1F353E-F360-4243-BD76-AD18C1F33701}" dt="2024-06-04T18:56:29.613" v="415"/>
          <ac:spMkLst>
            <pc:docMk/>
            <pc:sldMk cId="2708780931" sldId="268"/>
            <ac:spMk id="3" creationId="{98F3BCB3-7C7F-BF83-F61E-9CA9579EACFC}"/>
          </ac:spMkLst>
        </pc:spChg>
        <pc:spChg chg="add mod">
          <ac:chgData name="Yusuf Kocabıyık" userId="3e9099966e893349" providerId="LiveId" clId="{BD1F353E-F360-4243-BD76-AD18C1F33701}" dt="2024-06-04T18:59:47.330" v="477" actId="113"/>
          <ac:spMkLst>
            <pc:docMk/>
            <pc:sldMk cId="2708780931" sldId="268"/>
            <ac:spMk id="5" creationId="{9869BCC3-8440-CB16-8D55-FC21B42646A6}"/>
          </ac:spMkLst>
        </pc:spChg>
        <pc:spChg chg="add mod">
          <ac:chgData name="Yusuf Kocabıyık" userId="3e9099966e893349" providerId="LiveId" clId="{BD1F353E-F360-4243-BD76-AD18C1F33701}" dt="2024-06-04T21:00:21.302" v="2755" actId="1076"/>
          <ac:spMkLst>
            <pc:docMk/>
            <pc:sldMk cId="2708780931" sldId="268"/>
            <ac:spMk id="6" creationId="{C926BAB4-9081-CE68-6B63-51B226719C48}"/>
          </ac:spMkLst>
        </pc:spChg>
        <pc:spChg chg="add mod">
          <ac:chgData name="Yusuf Kocabıyık" userId="3e9099966e893349" providerId="LiveId" clId="{BD1F353E-F360-4243-BD76-AD18C1F33701}" dt="2024-06-04T21:00:51.833" v="2757" actId="1076"/>
          <ac:spMkLst>
            <pc:docMk/>
            <pc:sldMk cId="2708780931" sldId="268"/>
            <ac:spMk id="7" creationId="{5B2885BB-A0FD-23A7-4C34-59D1302355CB}"/>
          </ac:spMkLst>
        </pc:spChg>
        <pc:spChg chg="add mod">
          <ac:chgData name="Yusuf Kocabıyık" userId="3e9099966e893349" providerId="LiveId" clId="{BD1F353E-F360-4243-BD76-AD18C1F33701}" dt="2024-06-04T19:59:22.755" v="1814" actId="207"/>
          <ac:spMkLst>
            <pc:docMk/>
            <pc:sldMk cId="2708780931" sldId="268"/>
            <ac:spMk id="10" creationId="{6811C643-AE2F-2E37-7416-72B95F8E8810}"/>
          </ac:spMkLst>
        </pc:spChg>
        <pc:picChg chg="add mod">
          <ac:chgData name="Yusuf Kocabıyık" userId="3e9099966e893349" providerId="LiveId" clId="{BD1F353E-F360-4243-BD76-AD18C1F33701}" dt="2024-06-04T21:00:49.215" v="2756" actId="1076"/>
          <ac:picMkLst>
            <pc:docMk/>
            <pc:sldMk cId="2708780931" sldId="268"/>
            <ac:picMk id="4" creationId="{8BA3A68D-F4C9-56BD-5B11-91C772CF2151}"/>
          </ac:picMkLst>
        </pc:picChg>
        <pc:picChg chg="add mod">
          <ac:chgData name="Yusuf Kocabıyık" userId="3e9099966e893349" providerId="LiveId" clId="{BD1F353E-F360-4243-BD76-AD18C1F33701}" dt="2024-06-04T21:01:46.746" v="2758" actId="1038"/>
          <ac:picMkLst>
            <pc:docMk/>
            <pc:sldMk cId="2708780931" sldId="268"/>
            <ac:picMk id="9" creationId="{5415AD93-0A75-AF21-77FC-DB46D958E672}"/>
          </ac:picMkLst>
        </pc:picChg>
      </pc:sldChg>
      <pc:sldChg chg="addSp modSp new mod">
        <pc:chgData name="Yusuf Kocabıyık" userId="3e9099966e893349" providerId="LiveId" clId="{BD1F353E-F360-4243-BD76-AD18C1F33701}" dt="2024-06-04T19:47:48.106" v="1418" actId="21"/>
        <pc:sldMkLst>
          <pc:docMk/>
          <pc:sldMk cId="2717523766" sldId="269"/>
        </pc:sldMkLst>
        <pc:spChg chg="mod">
          <ac:chgData name="Yusuf Kocabıyık" userId="3e9099966e893349" providerId="LiveId" clId="{BD1F353E-F360-4243-BD76-AD18C1F33701}" dt="2024-06-04T19:47:48.106" v="1418" actId="21"/>
          <ac:spMkLst>
            <pc:docMk/>
            <pc:sldMk cId="2717523766" sldId="269"/>
            <ac:spMk id="2" creationId="{DB01FEE9-6476-DBD9-BA42-37FF632EC9E8}"/>
          </ac:spMkLst>
        </pc:spChg>
        <pc:spChg chg="mod">
          <ac:chgData name="Yusuf Kocabıyık" userId="3e9099966e893349" providerId="LiveId" clId="{BD1F353E-F360-4243-BD76-AD18C1F33701}" dt="2024-06-04T19:36:35.880" v="1385" actId="1076"/>
          <ac:spMkLst>
            <pc:docMk/>
            <pc:sldMk cId="2717523766" sldId="269"/>
            <ac:spMk id="3" creationId="{DDD5DA14-EA9E-A8B0-8432-946D92BD3AB3}"/>
          </ac:spMkLst>
        </pc:spChg>
        <pc:spChg chg="add mod">
          <ac:chgData name="Yusuf Kocabıyık" userId="3e9099966e893349" providerId="LiveId" clId="{BD1F353E-F360-4243-BD76-AD18C1F33701}" dt="2024-06-04T19:47:46.425" v="1415"/>
          <ac:spMkLst>
            <pc:docMk/>
            <pc:sldMk cId="2717523766" sldId="269"/>
            <ac:spMk id="4" creationId="{4A0600F2-C826-404C-C682-6613785BABE7}"/>
          </ac:spMkLst>
        </pc:spChg>
      </pc:sldChg>
      <pc:sldChg chg="addSp modSp new mod">
        <pc:chgData name="Yusuf Kocabıyık" userId="3e9099966e893349" providerId="LiveId" clId="{BD1F353E-F360-4243-BD76-AD18C1F33701}" dt="2024-06-04T20:01:04.722" v="1817" actId="1076"/>
        <pc:sldMkLst>
          <pc:docMk/>
          <pc:sldMk cId="2660356554" sldId="270"/>
        </pc:sldMkLst>
        <pc:spChg chg="mod">
          <ac:chgData name="Yusuf Kocabıyık" userId="3e9099966e893349" providerId="LiveId" clId="{BD1F353E-F360-4243-BD76-AD18C1F33701}" dt="2024-06-04T19:50:04.723" v="1465" actId="1076"/>
          <ac:spMkLst>
            <pc:docMk/>
            <pc:sldMk cId="2660356554" sldId="270"/>
            <ac:spMk id="2" creationId="{30EC6DB8-8C76-FB3A-0FC2-8FCDA92738BA}"/>
          </ac:spMkLst>
        </pc:spChg>
        <pc:spChg chg="mod">
          <ac:chgData name="Yusuf Kocabıyık" userId="3e9099966e893349" providerId="LiveId" clId="{BD1F353E-F360-4243-BD76-AD18C1F33701}" dt="2024-06-04T20:01:04.722" v="1817" actId="1076"/>
          <ac:spMkLst>
            <pc:docMk/>
            <pc:sldMk cId="2660356554" sldId="270"/>
            <ac:spMk id="3" creationId="{DCC8291B-DC85-9B28-9FF9-7E019C6915F0}"/>
          </ac:spMkLst>
        </pc:spChg>
        <pc:spChg chg="add mod">
          <ac:chgData name="Yusuf Kocabıyık" userId="3e9099966e893349" providerId="LiveId" clId="{BD1F353E-F360-4243-BD76-AD18C1F33701}" dt="2024-06-04T19:53:42.777" v="1562" actId="20577"/>
          <ac:spMkLst>
            <pc:docMk/>
            <pc:sldMk cId="2660356554" sldId="270"/>
            <ac:spMk id="5" creationId="{B086AB70-A704-5B8C-BD58-5C4773366221}"/>
          </ac:spMkLst>
        </pc:spChg>
        <pc:spChg chg="add mod">
          <ac:chgData name="Yusuf Kocabıyık" userId="3e9099966e893349" providerId="LiveId" clId="{BD1F353E-F360-4243-BD76-AD18C1F33701}" dt="2024-06-04T19:53:37.379" v="1558" actId="20577"/>
          <ac:spMkLst>
            <pc:docMk/>
            <pc:sldMk cId="2660356554" sldId="270"/>
            <ac:spMk id="7" creationId="{120F3621-1DBE-DF96-8675-474E60451C35}"/>
          </ac:spMkLst>
        </pc:spChg>
        <pc:spChg chg="add mod">
          <ac:chgData name="Yusuf Kocabıyık" userId="3e9099966e893349" providerId="LiveId" clId="{BD1F353E-F360-4243-BD76-AD18C1F33701}" dt="2024-06-04T19:53:47.252" v="1566" actId="20577"/>
          <ac:spMkLst>
            <pc:docMk/>
            <pc:sldMk cId="2660356554" sldId="270"/>
            <ac:spMk id="9" creationId="{2D39BE7D-B186-5F27-8413-DE8B6463C2F3}"/>
          </ac:spMkLst>
        </pc:spChg>
        <pc:picChg chg="add mod">
          <ac:chgData name="Yusuf Kocabıyık" userId="3e9099966e893349" providerId="LiveId" clId="{BD1F353E-F360-4243-BD76-AD18C1F33701}" dt="2024-06-04T20:00:56.846" v="1816" actId="1076"/>
          <ac:picMkLst>
            <pc:docMk/>
            <pc:sldMk cId="2660356554" sldId="270"/>
            <ac:picMk id="4" creationId="{5A48301F-C30C-D89F-44B4-D4C142C9E5D5}"/>
          </ac:picMkLst>
        </pc:picChg>
        <pc:picChg chg="add mod">
          <ac:chgData name="Yusuf Kocabıyık" userId="3e9099966e893349" providerId="LiveId" clId="{BD1F353E-F360-4243-BD76-AD18C1F33701}" dt="2024-06-04T19:53:13.969" v="1551" actId="1076"/>
          <ac:picMkLst>
            <pc:docMk/>
            <pc:sldMk cId="2660356554" sldId="270"/>
            <ac:picMk id="6" creationId="{66D62B79-78B8-DEAF-EE8B-2B848A675E3E}"/>
          </ac:picMkLst>
        </pc:picChg>
        <pc:picChg chg="add mod">
          <ac:chgData name="Yusuf Kocabıyık" userId="3e9099966e893349" providerId="LiveId" clId="{BD1F353E-F360-4243-BD76-AD18C1F33701}" dt="2024-06-04T19:53:15.757" v="1552" actId="1076"/>
          <ac:picMkLst>
            <pc:docMk/>
            <pc:sldMk cId="2660356554" sldId="270"/>
            <ac:picMk id="8" creationId="{87E7A5D6-517F-B502-2BE0-F5B47F1316C6}"/>
          </ac:picMkLst>
        </pc:picChg>
      </pc:sldChg>
      <pc:sldChg chg="addSp modSp new mod">
        <pc:chgData name="Yusuf Kocabıyık" userId="3e9099966e893349" providerId="LiveId" clId="{BD1F353E-F360-4243-BD76-AD18C1F33701}" dt="2024-06-04T22:53:01.693" v="3277"/>
        <pc:sldMkLst>
          <pc:docMk/>
          <pc:sldMk cId="989459221" sldId="271"/>
        </pc:sldMkLst>
        <pc:spChg chg="mod">
          <ac:chgData name="Yusuf Kocabıyık" userId="3e9099966e893349" providerId="LiveId" clId="{BD1F353E-F360-4243-BD76-AD18C1F33701}" dt="2024-06-04T22:53:01.693" v="3277"/>
          <ac:spMkLst>
            <pc:docMk/>
            <pc:sldMk cId="989459221" sldId="271"/>
            <ac:spMk id="2" creationId="{00C8E031-AB08-F7F1-B7F7-FC1D498970E8}"/>
          </ac:spMkLst>
        </pc:spChg>
        <pc:spChg chg="mod">
          <ac:chgData name="Yusuf Kocabıyık" userId="3e9099966e893349" providerId="LiveId" clId="{BD1F353E-F360-4243-BD76-AD18C1F33701}" dt="2024-06-04T20:28:59.232" v="2475" actId="1076"/>
          <ac:spMkLst>
            <pc:docMk/>
            <pc:sldMk cId="989459221" sldId="271"/>
            <ac:spMk id="3" creationId="{A4DB74BC-131C-6AC2-8E40-D1ECE0597AF4}"/>
          </ac:spMkLst>
        </pc:spChg>
        <pc:spChg chg="add mod">
          <ac:chgData name="Yusuf Kocabıyık" userId="3e9099966e893349" providerId="LiveId" clId="{BD1F353E-F360-4243-BD76-AD18C1F33701}" dt="2024-06-04T20:29:04.485" v="2476" actId="1076"/>
          <ac:spMkLst>
            <pc:docMk/>
            <pc:sldMk cId="989459221" sldId="271"/>
            <ac:spMk id="6" creationId="{8EF6863E-83A4-0353-1F4C-F8E58935CD70}"/>
          </ac:spMkLst>
        </pc:spChg>
        <pc:spChg chg="add mod">
          <ac:chgData name="Yusuf Kocabıyık" userId="3e9099966e893349" providerId="LiveId" clId="{BD1F353E-F360-4243-BD76-AD18C1F33701}" dt="2024-06-04T20:29:11.983" v="2477" actId="1076"/>
          <ac:spMkLst>
            <pc:docMk/>
            <pc:sldMk cId="989459221" sldId="271"/>
            <ac:spMk id="7" creationId="{52F71F57-A8D4-F061-BCEB-BC741CC18E25}"/>
          </ac:spMkLst>
        </pc:spChg>
        <pc:spChg chg="add mod">
          <ac:chgData name="Yusuf Kocabıyık" userId="3e9099966e893349" providerId="LiveId" clId="{BD1F353E-F360-4243-BD76-AD18C1F33701}" dt="2024-06-04T20:31:02.735" v="2526" actId="1076"/>
          <ac:spMkLst>
            <pc:docMk/>
            <pc:sldMk cId="989459221" sldId="271"/>
            <ac:spMk id="9" creationId="{171F172B-50CE-1336-57B4-030E0E6F401C}"/>
          </ac:spMkLst>
        </pc:spChg>
        <pc:spChg chg="add mod">
          <ac:chgData name="Yusuf Kocabıyık" userId="3e9099966e893349" providerId="LiveId" clId="{BD1F353E-F360-4243-BD76-AD18C1F33701}" dt="2024-06-04T20:31:11.780" v="2530" actId="20577"/>
          <ac:spMkLst>
            <pc:docMk/>
            <pc:sldMk cId="989459221" sldId="271"/>
            <ac:spMk id="10" creationId="{6E90AE91-9FE3-6B40-507D-92879476433D}"/>
          </ac:spMkLst>
        </pc:spChg>
        <pc:picChg chg="add mod">
          <ac:chgData name="Yusuf Kocabıyık" userId="3e9099966e893349" providerId="LiveId" clId="{BD1F353E-F360-4243-BD76-AD18C1F33701}" dt="2024-06-04T21:07:29.775" v="2762" actId="1076"/>
          <ac:picMkLst>
            <pc:docMk/>
            <pc:sldMk cId="989459221" sldId="271"/>
            <ac:picMk id="4" creationId="{14BDE083-E822-C5D9-A2C3-CD523E74CD82}"/>
          </ac:picMkLst>
        </pc:picChg>
        <pc:picChg chg="add mod">
          <ac:chgData name="Yusuf Kocabıyık" userId="3e9099966e893349" providerId="LiveId" clId="{BD1F353E-F360-4243-BD76-AD18C1F33701}" dt="2024-06-04T20:31:03.991" v="2527" actId="1076"/>
          <ac:picMkLst>
            <pc:docMk/>
            <pc:sldMk cId="989459221" sldId="271"/>
            <ac:picMk id="8" creationId="{147036DD-AB3B-357E-991C-9B4B96FEF417}"/>
          </ac:picMkLst>
        </pc:picChg>
      </pc:sldChg>
      <pc:sldChg chg="addSp delSp modSp new mod">
        <pc:chgData name="Yusuf Kocabıyık" userId="3e9099966e893349" providerId="LiveId" clId="{BD1F353E-F360-4243-BD76-AD18C1F33701}" dt="2024-06-04T22:53:10.266" v="3279"/>
        <pc:sldMkLst>
          <pc:docMk/>
          <pc:sldMk cId="3319803039" sldId="272"/>
        </pc:sldMkLst>
        <pc:spChg chg="mod">
          <ac:chgData name="Yusuf Kocabıyık" userId="3e9099966e893349" providerId="LiveId" clId="{BD1F353E-F360-4243-BD76-AD18C1F33701}" dt="2024-06-04T22:53:10.266" v="3279"/>
          <ac:spMkLst>
            <pc:docMk/>
            <pc:sldMk cId="3319803039" sldId="272"/>
            <ac:spMk id="2" creationId="{A726A7C2-B7B9-617D-2372-FF5635D6BDF3}"/>
          </ac:spMkLst>
        </pc:spChg>
        <pc:spChg chg="del mod">
          <ac:chgData name="Yusuf Kocabıyık" userId="3e9099966e893349" providerId="LiveId" clId="{BD1F353E-F360-4243-BD76-AD18C1F33701}" dt="2024-06-04T20:44:29.596" v="2538"/>
          <ac:spMkLst>
            <pc:docMk/>
            <pc:sldMk cId="3319803039" sldId="272"/>
            <ac:spMk id="3" creationId="{04DDA286-A884-66E4-B969-F75CFBFFA80D}"/>
          </ac:spMkLst>
        </pc:spChg>
        <pc:spChg chg="add mod">
          <ac:chgData name="Yusuf Kocabıyık" userId="3e9099966e893349" providerId="LiveId" clId="{BD1F353E-F360-4243-BD76-AD18C1F33701}" dt="2024-06-04T22:44:23.534" v="3216" actId="1076"/>
          <ac:spMkLst>
            <pc:docMk/>
            <pc:sldMk cId="3319803039" sldId="272"/>
            <ac:spMk id="5" creationId="{BCB17227-B6C1-2BEB-D452-B1F03C379655}"/>
          </ac:spMkLst>
        </pc:spChg>
        <pc:picChg chg="add mod">
          <ac:chgData name="Yusuf Kocabıyık" userId="3e9099966e893349" providerId="LiveId" clId="{BD1F353E-F360-4243-BD76-AD18C1F33701}" dt="2024-06-04T22:43:41.478" v="3181" actId="1076"/>
          <ac:picMkLst>
            <pc:docMk/>
            <pc:sldMk cId="3319803039" sldId="272"/>
            <ac:picMk id="4" creationId="{A0E60E31-5104-F392-B71C-8A2EB709EAD2}"/>
          </ac:picMkLst>
        </pc:picChg>
      </pc:sldChg>
      <pc:sldChg chg="modSp new del mod">
        <pc:chgData name="Yusuf Kocabıyık" userId="3e9099966e893349" providerId="LiveId" clId="{BD1F353E-F360-4243-BD76-AD18C1F33701}" dt="2024-06-04T22:53:18.617" v="3280" actId="47"/>
        <pc:sldMkLst>
          <pc:docMk/>
          <pc:sldMk cId="2953693339" sldId="273"/>
        </pc:sldMkLst>
        <pc:spChg chg="mod">
          <ac:chgData name="Yusuf Kocabıyık" userId="3e9099966e893349" providerId="LiveId" clId="{BD1F353E-F360-4243-BD76-AD18C1F33701}" dt="2024-06-04T21:10:39.931" v="2766"/>
          <ac:spMkLst>
            <pc:docMk/>
            <pc:sldMk cId="2953693339" sldId="273"/>
            <ac:spMk id="2" creationId="{89B62027-C042-58A5-F9BA-0F55B00AC070}"/>
          </ac:spMkLst>
        </pc:spChg>
      </pc:sldChg>
      <pc:sldChg chg="modSp new del mod">
        <pc:chgData name="Yusuf Kocabıyık" userId="3e9099966e893349" providerId="LiveId" clId="{BD1F353E-F360-4243-BD76-AD18C1F33701}" dt="2024-06-04T23:07:25.168" v="3541" actId="47"/>
        <pc:sldMkLst>
          <pc:docMk/>
          <pc:sldMk cId="3192264408" sldId="274"/>
        </pc:sldMkLst>
        <pc:spChg chg="mod">
          <ac:chgData name="Yusuf Kocabıyık" userId="3e9099966e893349" providerId="LiveId" clId="{BD1F353E-F360-4243-BD76-AD18C1F33701}" dt="2024-06-04T22:53:50.033" v="3282"/>
          <ac:spMkLst>
            <pc:docMk/>
            <pc:sldMk cId="3192264408" sldId="274"/>
            <ac:spMk id="2" creationId="{1A86A7B4-221E-1D1D-FD9F-2CEB75404A47}"/>
          </ac:spMkLst>
        </pc:spChg>
      </pc:sldChg>
      <pc:sldChg chg="addSp delSp modSp new mod">
        <pc:chgData name="Yusuf Kocabıyık" userId="3e9099966e893349" providerId="LiveId" clId="{BD1F353E-F360-4243-BD76-AD18C1F33701}" dt="2024-06-04T22:53:06.280" v="3278"/>
        <pc:sldMkLst>
          <pc:docMk/>
          <pc:sldMk cId="1034181287" sldId="275"/>
        </pc:sldMkLst>
        <pc:spChg chg="mod">
          <ac:chgData name="Yusuf Kocabıyık" userId="3e9099966e893349" providerId="LiveId" clId="{BD1F353E-F360-4243-BD76-AD18C1F33701}" dt="2024-06-04T22:53:06.280" v="3278"/>
          <ac:spMkLst>
            <pc:docMk/>
            <pc:sldMk cId="1034181287" sldId="275"/>
            <ac:spMk id="2" creationId="{96174F5E-840E-76AA-98FA-FCF70414EE97}"/>
          </ac:spMkLst>
        </pc:spChg>
        <pc:spChg chg="del mod">
          <ac:chgData name="Yusuf Kocabıyık" userId="3e9099966e893349" providerId="LiveId" clId="{BD1F353E-F360-4243-BD76-AD18C1F33701}" dt="2024-06-04T22:23:37.049" v="2785"/>
          <ac:spMkLst>
            <pc:docMk/>
            <pc:sldMk cId="1034181287" sldId="275"/>
            <ac:spMk id="3" creationId="{3648A1B7-B825-5B07-7B9B-B6F39D297771}"/>
          </ac:spMkLst>
        </pc:spChg>
        <pc:spChg chg="add mod">
          <ac:chgData name="Yusuf Kocabıyık" userId="3e9099966e893349" providerId="LiveId" clId="{BD1F353E-F360-4243-BD76-AD18C1F33701}" dt="2024-06-04T22:38:12.650" v="2948" actId="1076"/>
          <ac:spMkLst>
            <pc:docMk/>
            <pc:sldMk cId="1034181287" sldId="275"/>
            <ac:spMk id="6" creationId="{EFA1B632-822C-2CC4-7200-1D0EF11AF969}"/>
          </ac:spMkLst>
        </pc:spChg>
        <pc:spChg chg="add mod">
          <ac:chgData name="Yusuf Kocabıyık" userId="3e9099966e893349" providerId="LiveId" clId="{BD1F353E-F360-4243-BD76-AD18C1F33701}" dt="2024-06-04T22:38:09.760" v="2947" actId="1076"/>
          <ac:spMkLst>
            <pc:docMk/>
            <pc:sldMk cId="1034181287" sldId="275"/>
            <ac:spMk id="8" creationId="{2DC2947E-11B3-6AB3-9A9E-F9F4311F81A1}"/>
          </ac:spMkLst>
        </pc:spChg>
        <pc:spChg chg="add mod">
          <ac:chgData name="Yusuf Kocabıyık" userId="3e9099966e893349" providerId="LiveId" clId="{BD1F353E-F360-4243-BD76-AD18C1F33701}" dt="2024-06-04T22:37:52.486" v="2941" actId="1076"/>
          <ac:spMkLst>
            <pc:docMk/>
            <pc:sldMk cId="1034181287" sldId="275"/>
            <ac:spMk id="13" creationId="{FFC8E259-F5D3-5EB2-5948-1A2497AD9239}"/>
          </ac:spMkLst>
        </pc:spChg>
        <pc:spChg chg="add del mod">
          <ac:chgData name="Yusuf Kocabıyık" userId="3e9099966e893349" providerId="LiveId" clId="{BD1F353E-F360-4243-BD76-AD18C1F33701}" dt="2024-06-04T22:38:42.721" v="2974"/>
          <ac:spMkLst>
            <pc:docMk/>
            <pc:sldMk cId="1034181287" sldId="275"/>
            <ac:spMk id="16" creationId="{03EAE6BC-3C9B-3DE6-DC00-FD8C37FFC91C}"/>
          </ac:spMkLst>
        </pc:spChg>
        <pc:spChg chg="add del mod">
          <ac:chgData name="Yusuf Kocabıyık" userId="3e9099966e893349" providerId="LiveId" clId="{BD1F353E-F360-4243-BD76-AD18C1F33701}" dt="2024-06-04T22:39:42.498" v="3014" actId="21"/>
          <ac:spMkLst>
            <pc:docMk/>
            <pc:sldMk cId="1034181287" sldId="275"/>
            <ac:spMk id="17" creationId="{9DC55D33-3CB6-C1FB-057F-1542A0AEB435}"/>
          </ac:spMkLst>
        </pc:spChg>
        <pc:spChg chg="add mod">
          <ac:chgData name="Yusuf Kocabıyık" userId="3e9099966e893349" providerId="LiveId" clId="{BD1F353E-F360-4243-BD76-AD18C1F33701}" dt="2024-06-04T22:40:35.760" v="3068" actId="20577"/>
          <ac:spMkLst>
            <pc:docMk/>
            <pc:sldMk cId="1034181287" sldId="275"/>
            <ac:spMk id="18" creationId="{251DB556-8F1F-5838-8536-88F5699AB4B3}"/>
          </ac:spMkLst>
        </pc:spChg>
        <pc:spChg chg="add mod">
          <ac:chgData name="Yusuf Kocabıyık" userId="3e9099966e893349" providerId="LiveId" clId="{BD1F353E-F360-4243-BD76-AD18C1F33701}" dt="2024-06-04T22:43:26.130" v="3180" actId="1076"/>
          <ac:spMkLst>
            <pc:docMk/>
            <pc:sldMk cId="1034181287" sldId="275"/>
            <ac:spMk id="19" creationId="{EA56746B-D0D7-9938-C463-9E801F048935}"/>
          </ac:spMkLst>
        </pc:spChg>
        <pc:spChg chg="add mod">
          <ac:chgData name="Yusuf Kocabıyık" userId="3e9099966e893349" providerId="LiveId" clId="{BD1F353E-F360-4243-BD76-AD18C1F33701}" dt="2024-06-04T22:42:35.731" v="3150" actId="20577"/>
          <ac:spMkLst>
            <pc:docMk/>
            <pc:sldMk cId="1034181287" sldId="275"/>
            <ac:spMk id="20" creationId="{49682CCB-82B3-DF16-0F8F-AD86D8E94BB7}"/>
          </ac:spMkLst>
        </pc:spChg>
        <pc:spChg chg="add mod">
          <ac:chgData name="Yusuf Kocabıyık" userId="3e9099966e893349" providerId="LiveId" clId="{BD1F353E-F360-4243-BD76-AD18C1F33701}" dt="2024-06-04T22:43:17.200" v="3179" actId="14100"/>
          <ac:spMkLst>
            <pc:docMk/>
            <pc:sldMk cId="1034181287" sldId="275"/>
            <ac:spMk id="21" creationId="{6F5D5413-8D38-756E-992B-6FA7B1E4761A}"/>
          </ac:spMkLst>
        </pc:spChg>
        <pc:picChg chg="add del mod">
          <ac:chgData name="Yusuf Kocabıyık" userId="3e9099966e893349" providerId="LiveId" clId="{BD1F353E-F360-4243-BD76-AD18C1F33701}" dt="2024-06-04T22:24:31.600" v="2788" actId="478"/>
          <ac:picMkLst>
            <pc:docMk/>
            <pc:sldMk cId="1034181287" sldId="275"/>
            <ac:picMk id="4" creationId="{20E1D1BD-E225-AF12-FEB8-4327396C3117}"/>
          </ac:picMkLst>
        </pc:picChg>
        <pc:picChg chg="add mod">
          <ac:chgData name="Yusuf Kocabıyık" userId="3e9099966e893349" providerId="LiveId" clId="{BD1F353E-F360-4243-BD76-AD18C1F33701}" dt="2024-06-04T22:37:35.858" v="2937" actId="1076"/>
          <ac:picMkLst>
            <pc:docMk/>
            <pc:sldMk cId="1034181287" sldId="275"/>
            <ac:picMk id="7" creationId="{6FEEE079-9CC5-51BC-127F-BAFBD6E61DED}"/>
          </ac:picMkLst>
        </pc:picChg>
        <pc:picChg chg="add mod">
          <ac:chgData name="Yusuf Kocabıyık" userId="3e9099966e893349" providerId="LiveId" clId="{BD1F353E-F360-4243-BD76-AD18C1F33701}" dt="2024-06-04T22:38:07.687" v="2946" actId="1076"/>
          <ac:picMkLst>
            <pc:docMk/>
            <pc:sldMk cId="1034181287" sldId="275"/>
            <ac:picMk id="10" creationId="{445648C6-4319-811E-4B3D-740EC0193C02}"/>
          </ac:picMkLst>
        </pc:picChg>
        <pc:picChg chg="add mod">
          <ac:chgData name="Yusuf Kocabıyık" userId="3e9099966e893349" providerId="LiveId" clId="{BD1F353E-F360-4243-BD76-AD18C1F33701}" dt="2024-06-04T22:40:47.596" v="3071" actId="1076"/>
          <ac:picMkLst>
            <pc:docMk/>
            <pc:sldMk cId="1034181287" sldId="275"/>
            <ac:picMk id="12" creationId="{DAA304E7-E017-3122-74F0-FFB015777474}"/>
          </ac:picMkLst>
        </pc:picChg>
        <pc:picChg chg="add mod">
          <ac:chgData name="Yusuf Kocabıyık" userId="3e9099966e893349" providerId="LiveId" clId="{BD1F353E-F360-4243-BD76-AD18C1F33701}" dt="2024-06-04T22:40:56.022" v="3073" actId="1076"/>
          <ac:picMkLst>
            <pc:docMk/>
            <pc:sldMk cId="1034181287" sldId="275"/>
            <ac:picMk id="14" creationId="{052F18CF-EEDF-330D-812F-378EA772D334}"/>
          </ac:picMkLst>
        </pc:picChg>
        <pc:picChg chg="add mod">
          <ac:chgData name="Yusuf Kocabıyık" userId="3e9099966e893349" providerId="LiveId" clId="{BD1F353E-F360-4243-BD76-AD18C1F33701}" dt="2024-06-04T22:41:01.051" v="3074" actId="1076"/>
          <ac:picMkLst>
            <pc:docMk/>
            <pc:sldMk cId="1034181287" sldId="275"/>
            <ac:picMk id="15" creationId="{E10E67C0-83B9-BF67-C95C-4B26D6F5E62E}"/>
          </ac:picMkLst>
        </pc:picChg>
      </pc:sldChg>
      <pc:sldChg chg="modSp new del mod">
        <pc:chgData name="Yusuf Kocabıyık" userId="3e9099966e893349" providerId="LiveId" clId="{BD1F353E-F360-4243-BD76-AD18C1F33701}" dt="2024-06-04T22:34:11.827" v="2867" actId="680"/>
        <pc:sldMkLst>
          <pc:docMk/>
          <pc:sldMk cId="558424833" sldId="276"/>
        </pc:sldMkLst>
        <pc:spChg chg="mod">
          <ac:chgData name="Yusuf Kocabıyık" userId="3e9099966e893349" providerId="LiveId" clId="{BD1F353E-F360-4243-BD76-AD18C1F33701}" dt="2024-06-04T22:34:07.963" v="2866" actId="20577"/>
          <ac:spMkLst>
            <pc:docMk/>
            <pc:sldMk cId="558424833" sldId="276"/>
            <ac:spMk id="2" creationId="{61DCF6B5-7A68-7299-FD83-D5B8D32000AF}"/>
          </ac:spMkLst>
        </pc:spChg>
      </pc:sldChg>
      <pc:sldChg chg="modSp add mod">
        <pc:chgData name="Yusuf Kocabıyık" userId="3e9099966e893349" providerId="LiveId" clId="{BD1F353E-F360-4243-BD76-AD18C1F33701}" dt="2024-06-04T22:51:48.581" v="3266"/>
        <pc:sldMkLst>
          <pc:docMk/>
          <pc:sldMk cId="3218981823" sldId="276"/>
        </pc:sldMkLst>
        <pc:spChg chg="mod">
          <ac:chgData name="Yusuf Kocabıyık" userId="3e9099966e893349" providerId="LiveId" clId="{BD1F353E-F360-4243-BD76-AD18C1F33701}" dt="2024-06-04T22:51:48.581" v="3266"/>
          <ac:spMkLst>
            <pc:docMk/>
            <pc:sldMk cId="3218981823" sldId="276"/>
            <ac:spMk id="2" creationId="{35148367-3BA9-9AD1-3DC8-001F8C26053C}"/>
          </ac:spMkLst>
        </pc:spChg>
      </pc:sldChg>
      <pc:sldChg chg="modSp add mod">
        <pc:chgData name="Yusuf Kocabıyık" userId="3e9099966e893349" providerId="LiveId" clId="{BD1F353E-F360-4243-BD76-AD18C1F33701}" dt="2024-06-04T22:52:01.907" v="3268"/>
        <pc:sldMkLst>
          <pc:docMk/>
          <pc:sldMk cId="1952831986" sldId="277"/>
        </pc:sldMkLst>
        <pc:spChg chg="mod">
          <ac:chgData name="Yusuf Kocabıyık" userId="3e9099966e893349" providerId="LiveId" clId="{BD1F353E-F360-4243-BD76-AD18C1F33701}" dt="2024-06-04T22:52:01.907" v="3268"/>
          <ac:spMkLst>
            <pc:docMk/>
            <pc:sldMk cId="1952831986" sldId="277"/>
            <ac:spMk id="2" creationId="{E8E1745E-FE70-CFCF-109F-2F351BB428FD}"/>
          </ac:spMkLst>
        </pc:spChg>
      </pc:sldChg>
      <pc:sldChg chg="modSp add mod">
        <pc:chgData name="Yusuf Kocabıyık" userId="3e9099966e893349" providerId="LiveId" clId="{BD1F353E-F360-4243-BD76-AD18C1F33701}" dt="2024-06-04T22:52:18.626" v="3274"/>
        <pc:sldMkLst>
          <pc:docMk/>
          <pc:sldMk cId="2951082147" sldId="278"/>
        </pc:sldMkLst>
        <pc:spChg chg="mod">
          <ac:chgData name="Yusuf Kocabıyık" userId="3e9099966e893349" providerId="LiveId" clId="{BD1F353E-F360-4243-BD76-AD18C1F33701}" dt="2024-06-04T22:52:18.626" v="3274"/>
          <ac:spMkLst>
            <pc:docMk/>
            <pc:sldMk cId="2951082147" sldId="278"/>
            <ac:spMk id="2" creationId="{F023E8E7-C2B8-4E79-F972-B797E492BBD0}"/>
          </ac:spMkLst>
        </pc:spChg>
      </pc:sldChg>
      <pc:sldChg chg="modSp add mod">
        <pc:chgData name="Yusuf Kocabıyık" userId="3e9099966e893349" providerId="LiveId" clId="{BD1F353E-F360-4243-BD76-AD18C1F33701}" dt="2024-06-04T22:52:34.465" v="3276"/>
        <pc:sldMkLst>
          <pc:docMk/>
          <pc:sldMk cId="958000250" sldId="279"/>
        </pc:sldMkLst>
        <pc:spChg chg="mod">
          <ac:chgData name="Yusuf Kocabıyık" userId="3e9099966e893349" providerId="LiveId" clId="{BD1F353E-F360-4243-BD76-AD18C1F33701}" dt="2024-06-04T22:52:34.465" v="3276"/>
          <ac:spMkLst>
            <pc:docMk/>
            <pc:sldMk cId="958000250" sldId="279"/>
            <ac:spMk id="2" creationId="{4E4135B6-6A21-3388-EFAF-0D9253EB324B}"/>
          </ac:spMkLst>
        </pc:spChg>
      </pc:sldChg>
      <pc:sldChg chg="modSp add mod">
        <pc:chgData name="Yusuf Kocabıyık" userId="3e9099966e893349" providerId="LiveId" clId="{BD1F353E-F360-4243-BD76-AD18C1F33701}" dt="2024-06-04T22:53:53.988" v="3283"/>
        <pc:sldMkLst>
          <pc:docMk/>
          <pc:sldMk cId="1098923676" sldId="280"/>
        </pc:sldMkLst>
        <pc:spChg chg="mod">
          <ac:chgData name="Yusuf Kocabıyık" userId="3e9099966e893349" providerId="LiveId" clId="{BD1F353E-F360-4243-BD76-AD18C1F33701}" dt="2024-06-04T22:53:53.988" v="3283"/>
          <ac:spMkLst>
            <pc:docMk/>
            <pc:sldMk cId="1098923676" sldId="280"/>
            <ac:spMk id="2" creationId="{C6D3518C-D879-DEBB-52B1-44B846D100A2}"/>
          </ac:spMkLst>
        </pc:spChg>
      </pc:sldChg>
      <pc:sldChg chg="modSp add mod">
        <pc:chgData name="Yusuf Kocabıyık" userId="3e9099966e893349" providerId="LiveId" clId="{BD1F353E-F360-4243-BD76-AD18C1F33701}" dt="2024-06-04T22:53:57.238" v="3284"/>
        <pc:sldMkLst>
          <pc:docMk/>
          <pc:sldMk cId="388930571" sldId="281"/>
        </pc:sldMkLst>
        <pc:spChg chg="mod">
          <ac:chgData name="Yusuf Kocabıyık" userId="3e9099966e893349" providerId="LiveId" clId="{BD1F353E-F360-4243-BD76-AD18C1F33701}" dt="2024-06-04T22:53:57.238" v="3284"/>
          <ac:spMkLst>
            <pc:docMk/>
            <pc:sldMk cId="388930571" sldId="281"/>
            <ac:spMk id="2" creationId="{ED7D4552-D296-2C77-835F-EBDBED963056}"/>
          </ac:spMkLst>
        </pc:spChg>
      </pc:sldChg>
      <pc:sldChg chg="modSp add mod">
        <pc:chgData name="Yusuf Kocabıyık" userId="3e9099966e893349" providerId="LiveId" clId="{BD1F353E-F360-4243-BD76-AD18C1F33701}" dt="2024-06-04T22:54:19.916" v="3289" actId="1076"/>
        <pc:sldMkLst>
          <pc:docMk/>
          <pc:sldMk cId="3115975409" sldId="282"/>
        </pc:sldMkLst>
        <pc:spChg chg="mod">
          <ac:chgData name="Yusuf Kocabıyık" userId="3e9099966e893349" providerId="LiveId" clId="{BD1F353E-F360-4243-BD76-AD18C1F33701}" dt="2024-06-04T22:54:17.986" v="3288" actId="1076"/>
          <ac:spMkLst>
            <pc:docMk/>
            <pc:sldMk cId="3115975409" sldId="282"/>
            <ac:spMk id="2" creationId="{2F308FB5-7B0D-26C7-85F7-6ED2C750F1FA}"/>
          </ac:spMkLst>
        </pc:spChg>
        <pc:picChg chg="mod">
          <ac:chgData name="Yusuf Kocabıyık" userId="3e9099966e893349" providerId="LiveId" clId="{BD1F353E-F360-4243-BD76-AD18C1F33701}" dt="2024-06-04T22:54:19.916" v="3289" actId="1076"/>
          <ac:picMkLst>
            <pc:docMk/>
            <pc:sldMk cId="3115975409" sldId="282"/>
            <ac:picMk id="4" creationId="{A9F10A18-1059-09EC-D0E1-7FFAD5A492A7}"/>
          </ac:picMkLst>
        </pc:picChg>
      </pc:sldChg>
      <pc:sldChg chg="addSp delSp modSp new mod">
        <pc:chgData name="Yusuf Kocabıyık" userId="3e9099966e893349" providerId="LiveId" clId="{BD1F353E-F360-4243-BD76-AD18C1F33701}" dt="2024-06-04T23:18:06.877" v="3606" actId="14100"/>
        <pc:sldMkLst>
          <pc:docMk/>
          <pc:sldMk cId="2739031870" sldId="283"/>
        </pc:sldMkLst>
        <pc:spChg chg="mod">
          <ac:chgData name="Yusuf Kocabıyık" userId="3e9099966e893349" providerId="LiveId" clId="{BD1F353E-F360-4243-BD76-AD18C1F33701}" dt="2024-06-04T23:18:06.877" v="3606" actId="14100"/>
          <ac:spMkLst>
            <pc:docMk/>
            <pc:sldMk cId="2739031870" sldId="283"/>
            <ac:spMk id="2" creationId="{72ED5E73-49BB-DF27-169F-55C09B0DF6FE}"/>
          </ac:spMkLst>
        </pc:spChg>
        <pc:spChg chg="del mod">
          <ac:chgData name="Yusuf Kocabıyık" userId="3e9099966e893349" providerId="LiveId" clId="{BD1F353E-F360-4243-BD76-AD18C1F33701}" dt="2024-06-04T23:02:52.906" v="3485"/>
          <ac:spMkLst>
            <pc:docMk/>
            <pc:sldMk cId="2739031870" sldId="283"/>
            <ac:spMk id="3" creationId="{C540A94B-07E0-C79A-38FB-2243895FBA3F}"/>
          </ac:spMkLst>
        </pc:spChg>
        <pc:picChg chg="add mod">
          <ac:chgData name="Yusuf Kocabıyık" userId="3e9099966e893349" providerId="LiveId" clId="{BD1F353E-F360-4243-BD76-AD18C1F33701}" dt="2024-06-04T23:18:06.357" v="3605" actId="1076"/>
          <ac:picMkLst>
            <pc:docMk/>
            <pc:sldMk cId="2739031870" sldId="283"/>
            <ac:picMk id="4" creationId="{EA30CEEA-001D-9ADF-0C07-816900618619}"/>
          </ac:picMkLst>
        </pc:picChg>
        <pc:picChg chg="add mod">
          <ac:chgData name="Yusuf Kocabıyık" userId="3e9099966e893349" providerId="LiveId" clId="{BD1F353E-F360-4243-BD76-AD18C1F33701}" dt="2024-06-04T23:18:05.587" v="3603" actId="1076"/>
          <ac:picMkLst>
            <pc:docMk/>
            <pc:sldMk cId="2739031870" sldId="283"/>
            <ac:picMk id="5" creationId="{0D681E32-2AC3-1CBD-C281-8989C23F47B6}"/>
          </ac:picMkLst>
        </pc:picChg>
        <pc:picChg chg="add del mod">
          <ac:chgData name="Yusuf Kocabıyık" userId="3e9099966e893349" providerId="LiveId" clId="{BD1F353E-F360-4243-BD76-AD18C1F33701}" dt="2024-06-04T23:17:19.933" v="3588" actId="478"/>
          <ac:picMkLst>
            <pc:docMk/>
            <pc:sldMk cId="2739031870" sldId="283"/>
            <ac:picMk id="6" creationId="{DEA57224-EBAD-CBA6-4E13-4D7071AF1B7D}"/>
          </ac:picMkLst>
        </pc:picChg>
      </pc:sldChg>
      <pc:sldChg chg="new del">
        <pc:chgData name="Yusuf Kocabıyık" userId="3e9099966e893349" providerId="LiveId" clId="{BD1F353E-F360-4243-BD76-AD18C1F33701}" dt="2024-06-04T23:04:15.519" v="3514" actId="47"/>
        <pc:sldMkLst>
          <pc:docMk/>
          <pc:sldMk cId="3923932754" sldId="284"/>
        </pc:sldMkLst>
      </pc:sldChg>
      <pc:sldChg chg="addSp delSp modSp add mod">
        <pc:chgData name="Yusuf Kocabıyık" userId="3e9099966e893349" providerId="LiveId" clId="{BD1F353E-F360-4243-BD76-AD18C1F33701}" dt="2024-06-04T23:17:10.470" v="3586" actId="478"/>
        <pc:sldMkLst>
          <pc:docMk/>
          <pc:sldMk cId="981438664" sldId="285"/>
        </pc:sldMkLst>
        <pc:spChg chg="add del mod">
          <ac:chgData name="Yusuf Kocabıyık" userId="3e9099966e893349" providerId="LiveId" clId="{BD1F353E-F360-4243-BD76-AD18C1F33701}" dt="2024-06-04T23:04:35.644" v="3519" actId="478"/>
          <ac:spMkLst>
            <pc:docMk/>
            <pc:sldMk cId="981438664" sldId="285"/>
            <ac:spMk id="7" creationId="{A50CEEC2-6349-ACAA-F29E-62389D687DD1}"/>
          </ac:spMkLst>
        </pc:spChg>
        <pc:picChg chg="del">
          <ac:chgData name="Yusuf Kocabıyık" userId="3e9099966e893349" providerId="LiveId" clId="{BD1F353E-F360-4243-BD76-AD18C1F33701}" dt="2024-06-04T23:04:22.851" v="3517" actId="478"/>
          <ac:picMkLst>
            <pc:docMk/>
            <pc:sldMk cId="981438664" sldId="285"/>
            <ac:picMk id="4" creationId="{EA30CEEA-001D-9ADF-0C07-816900618619}"/>
          </ac:picMkLst>
        </pc:picChg>
        <pc:picChg chg="del">
          <ac:chgData name="Yusuf Kocabıyık" userId="3e9099966e893349" providerId="LiveId" clId="{BD1F353E-F360-4243-BD76-AD18C1F33701}" dt="2024-06-04T23:04:22.504" v="3516" actId="478"/>
          <ac:picMkLst>
            <pc:docMk/>
            <pc:sldMk cId="981438664" sldId="285"/>
            <ac:picMk id="5" creationId="{0D681E32-2AC3-1CBD-C281-8989C23F47B6}"/>
          </ac:picMkLst>
        </pc:picChg>
        <pc:picChg chg="add del mod">
          <ac:chgData name="Yusuf Kocabıyık" userId="3e9099966e893349" providerId="LiveId" clId="{BD1F353E-F360-4243-BD76-AD18C1F33701}" dt="2024-06-04T23:17:10.470" v="3586" actId="478"/>
          <ac:picMkLst>
            <pc:docMk/>
            <pc:sldMk cId="981438664" sldId="285"/>
            <ac:picMk id="6" creationId="{DEA57224-EBAD-CBA6-4E13-4D7071AF1B7D}"/>
          </ac:picMkLst>
        </pc:picChg>
        <pc:picChg chg="add del mod">
          <ac:chgData name="Yusuf Kocabıyık" userId="3e9099966e893349" providerId="LiveId" clId="{BD1F353E-F360-4243-BD76-AD18C1F33701}" dt="2024-06-04T23:17:08.190" v="3585" actId="478"/>
          <ac:picMkLst>
            <pc:docMk/>
            <pc:sldMk cId="981438664" sldId="285"/>
            <ac:picMk id="8" creationId="{85ACC1E5-AB1B-0B7D-529B-EEA1EFBA1A37}"/>
          </ac:picMkLst>
        </pc:picChg>
      </pc:sldChg>
      <pc:sldChg chg="addSp delSp modSp add mod">
        <pc:chgData name="Yusuf Kocabıyık" userId="3e9099966e893349" providerId="LiveId" clId="{BD1F353E-F360-4243-BD76-AD18C1F33701}" dt="2024-06-04T23:16:32.025" v="3577" actId="1076"/>
        <pc:sldMkLst>
          <pc:docMk/>
          <pc:sldMk cId="4229668898" sldId="286"/>
        </pc:sldMkLst>
        <pc:spChg chg="mod">
          <ac:chgData name="Yusuf Kocabıyık" userId="3e9099966e893349" providerId="LiveId" clId="{BD1F353E-F360-4243-BD76-AD18C1F33701}" dt="2024-06-04T23:16:29.746" v="3576" actId="1076"/>
          <ac:spMkLst>
            <pc:docMk/>
            <pc:sldMk cId="4229668898" sldId="286"/>
            <ac:spMk id="2" creationId="{502F6B98-B7D6-444D-80CD-72250897204D}"/>
          </ac:spMkLst>
        </pc:spChg>
        <pc:spChg chg="add del mod">
          <ac:chgData name="Yusuf Kocabıyık" userId="3e9099966e893349" providerId="LiveId" clId="{BD1F353E-F360-4243-BD76-AD18C1F33701}" dt="2024-06-04T23:14:39.285" v="3558" actId="478"/>
          <ac:spMkLst>
            <pc:docMk/>
            <pc:sldMk cId="4229668898" sldId="286"/>
            <ac:spMk id="8" creationId="{189C5922-7937-AF57-F783-035795ADA70F}"/>
          </ac:spMkLst>
        </pc:spChg>
        <pc:picChg chg="del">
          <ac:chgData name="Yusuf Kocabıyık" userId="3e9099966e893349" providerId="LiveId" clId="{BD1F353E-F360-4243-BD76-AD18C1F33701}" dt="2024-06-04T23:14:25.736" v="3556" actId="478"/>
          <ac:picMkLst>
            <pc:docMk/>
            <pc:sldMk cId="4229668898" sldId="286"/>
            <ac:picMk id="4" creationId="{83BECF6A-3B70-0CA7-FBF3-2E962F576A4C}"/>
          </ac:picMkLst>
        </pc:picChg>
        <pc:picChg chg="del">
          <ac:chgData name="Yusuf Kocabıyık" userId="3e9099966e893349" providerId="LiveId" clId="{BD1F353E-F360-4243-BD76-AD18C1F33701}" dt="2024-06-04T23:14:40.823" v="3559" actId="478"/>
          <ac:picMkLst>
            <pc:docMk/>
            <pc:sldMk cId="4229668898" sldId="286"/>
            <ac:picMk id="5" creationId="{45DC8070-E8E6-3C08-A28A-9EAA27EA6019}"/>
          </ac:picMkLst>
        </pc:picChg>
        <pc:picChg chg="del">
          <ac:chgData name="Yusuf Kocabıyık" userId="3e9099966e893349" providerId="LiveId" clId="{BD1F353E-F360-4243-BD76-AD18C1F33701}" dt="2024-06-04T23:14:27.904" v="3557" actId="478"/>
          <ac:picMkLst>
            <pc:docMk/>
            <pc:sldMk cId="4229668898" sldId="286"/>
            <ac:picMk id="6" creationId="{FABB31A5-C631-AE73-362D-625BB63EAAA0}"/>
          </ac:picMkLst>
        </pc:picChg>
        <pc:picChg chg="mod">
          <ac:chgData name="Yusuf Kocabıyık" userId="3e9099966e893349" providerId="LiveId" clId="{BD1F353E-F360-4243-BD76-AD18C1F33701}" dt="2024-06-04T23:16:32.025" v="3577" actId="1076"/>
          <ac:picMkLst>
            <pc:docMk/>
            <pc:sldMk cId="4229668898" sldId="286"/>
            <ac:picMk id="7" creationId="{509EAD4A-9964-F2A8-97D2-4D55A85E673A}"/>
          </ac:picMkLst>
        </pc:picChg>
        <pc:picChg chg="add mod">
          <ac:chgData name="Yusuf Kocabıyık" userId="3e9099966e893349" providerId="LiveId" clId="{BD1F353E-F360-4243-BD76-AD18C1F33701}" dt="2024-06-04T23:16:27.392" v="3575" actId="1076"/>
          <ac:picMkLst>
            <pc:docMk/>
            <pc:sldMk cId="4229668898" sldId="286"/>
            <ac:picMk id="10" creationId="{AC1457E8-91F2-E164-A5FF-7BA81C308DA4}"/>
          </ac:picMkLst>
        </pc:picChg>
      </pc:sldChg>
      <pc:sldChg chg="addSp delSp modSp add mod">
        <pc:chgData name="Yusuf Kocabıyık" userId="3e9099966e893349" providerId="LiveId" clId="{BD1F353E-F360-4243-BD76-AD18C1F33701}" dt="2024-06-04T23:20:05.147" v="3683" actId="1076"/>
        <pc:sldMkLst>
          <pc:docMk/>
          <pc:sldMk cId="1013808894" sldId="287"/>
        </pc:sldMkLst>
        <pc:spChg chg="add mod">
          <ac:chgData name="Yusuf Kocabıyık" userId="3e9099966e893349" providerId="LiveId" clId="{BD1F353E-F360-4243-BD76-AD18C1F33701}" dt="2024-06-04T23:20:05.147" v="3683" actId="1076"/>
          <ac:spMkLst>
            <pc:docMk/>
            <pc:sldMk cId="1013808894" sldId="287"/>
            <ac:spMk id="9" creationId="{688507F2-0701-F35B-3FAA-110BC66D5110}"/>
          </ac:spMkLst>
        </pc:spChg>
        <pc:picChg chg="add mod">
          <ac:chgData name="Yusuf Kocabıyık" userId="3e9099966e893349" providerId="LiveId" clId="{BD1F353E-F360-4243-BD76-AD18C1F33701}" dt="2024-06-04T23:19:18.248" v="3623" actId="1076"/>
          <ac:picMkLst>
            <pc:docMk/>
            <pc:sldMk cId="1013808894" sldId="287"/>
            <ac:picMk id="4" creationId="{59A01DB2-C8C6-C84E-D910-FC812F490198}"/>
          </ac:picMkLst>
        </pc:picChg>
        <pc:picChg chg="del">
          <ac:chgData name="Yusuf Kocabıyık" userId="3e9099966e893349" providerId="LiveId" clId="{BD1F353E-F360-4243-BD76-AD18C1F33701}" dt="2024-06-04T23:18:17.003" v="3607" actId="478"/>
          <ac:picMkLst>
            <pc:docMk/>
            <pc:sldMk cId="1013808894" sldId="287"/>
            <ac:picMk id="6" creationId="{DEA57224-EBAD-CBA6-4E13-4D7071AF1B7D}"/>
          </ac:picMkLst>
        </pc:picChg>
        <pc:picChg chg="add mod">
          <ac:chgData name="Yusuf Kocabıyık" userId="3e9099966e893349" providerId="LiveId" clId="{BD1F353E-F360-4243-BD76-AD18C1F33701}" dt="2024-06-04T23:19:19.958" v="3624" actId="1076"/>
          <ac:picMkLst>
            <pc:docMk/>
            <pc:sldMk cId="1013808894" sldId="287"/>
            <ac:picMk id="7" creationId="{F5A0935C-9FB0-D637-F006-BE55E4B8A695}"/>
          </ac:picMkLst>
        </pc:picChg>
        <pc:picChg chg="del">
          <ac:chgData name="Yusuf Kocabıyık" userId="3e9099966e893349" providerId="LiveId" clId="{BD1F353E-F360-4243-BD76-AD18C1F33701}" dt="2024-06-04T23:18:17.333" v="3608" actId="478"/>
          <ac:picMkLst>
            <pc:docMk/>
            <pc:sldMk cId="1013808894" sldId="287"/>
            <ac:picMk id="8" creationId="{85ACC1E5-AB1B-0B7D-529B-EEA1EFBA1A37}"/>
          </ac:picMkLst>
        </pc:picChg>
      </pc:sldChg>
    </pc:docChg>
  </pc:docChgLst>
  <pc:docChgLst>
    <pc:chgData name="Yusuf Kocabıyık" userId="3e9099966e893349" providerId="LiveId" clId="{8FEBE7BC-DA22-4842-9E3E-EDD9599D2123}"/>
    <pc:docChg chg="undo custSel modSld sldOrd">
      <pc:chgData name="Yusuf Kocabıyık" userId="3e9099966e893349" providerId="LiveId" clId="{8FEBE7BC-DA22-4842-9E3E-EDD9599D2123}" dt="2024-06-03T20:59:54.785" v="1094" actId="20577"/>
      <pc:docMkLst>
        <pc:docMk/>
      </pc:docMkLst>
      <pc:sldChg chg="modSp mod">
        <pc:chgData name="Yusuf Kocabıyık" userId="3e9099966e893349" providerId="LiveId" clId="{8FEBE7BC-DA22-4842-9E3E-EDD9599D2123}" dt="2024-06-03T17:35:32.263" v="17" actId="20577"/>
        <pc:sldMkLst>
          <pc:docMk/>
          <pc:sldMk cId="1381337872" sldId="256"/>
        </pc:sldMkLst>
        <pc:spChg chg="mod">
          <ac:chgData name="Yusuf Kocabıyık" userId="3e9099966e893349" providerId="LiveId" clId="{8FEBE7BC-DA22-4842-9E3E-EDD9599D2123}" dt="2024-06-03T17:35:32.263" v="17" actId="20577"/>
          <ac:spMkLst>
            <pc:docMk/>
            <pc:sldMk cId="1381337872" sldId="256"/>
            <ac:spMk id="3" creationId="{9C19C9A9-FD0F-4F6E-A6AF-29F3BF1A9D12}"/>
          </ac:spMkLst>
        </pc:spChg>
      </pc:sldChg>
      <pc:sldChg chg="modSp mod">
        <pc:chgData name="Yusuf Kocabıyık" userId="3e9099966e893349" providerId="LiveId" clId="{8FEBE7BC-DA22-4842-9E3E-EDD9599D2123}" dt="2024-06-03T18:56:40.592" v="244" actId="20577"/>
        <pc:sldMkLst>
          <pc:docMk/>
          <pc:sldMk cId="190951921" sldId="259"/>
        </pc:sldMkLst>
        <pc:spChg chg="mod">
          <ac:chgData name="Yusuf Kocabıyık" userId="3e9099966e893349" providerId="LiveId" clId="{8FEBE7BC-DA22-4842-9E3E-EDD9599D2123}" dt="2024-06-03T18:56:40.592" v="244" actId="20577"/>
          <ac:spMkLst>
            <pc:docMk/>
            <pc:sldMk cId="190951921" sldId="259"/>
            <ac:spMk id="3" creationId="{FAC2AB5E-A6CE-4501-AA0E-0E5098E6111E}"/>
          </ac:spMkLst>
        </pc:spChg>
      </pc:sldChg>
      <pc:sldChg chg="ord">
        <pc:chgData name="Yusuf Kocabıyık" userId="3e9099966e893349" providerId="LiveId" clId="{8FEBE7BC-DA22-4842-9E3E-EDD9599D2123}" dt="2024-06-03T18:54:23.860" v="238"/>
        <pc:sldMkLst>
          <pc:docMk/>
          <pc:sldMk cId="3100070986" sldId="261"/>
        </pc:sldMkLst>
      </pc:sldChg>
      <pc:sldChg chg="addSp delSp modSp mod">
        <pc:chgData name="Yusuf Kocabıyık" userId="3e9099966e893349" providerId="LiveId" clId="{8FEBE7BC-DA22-4842-9E3E-EDD9599D2123}" dt="2024-06-03T20:59:54.785" v="1094" actId="20577"/>
        <pc:sldMkLst>
          <pc:docMk/>
          <pc:sldMk cId="1409703444" sldId="262"/>
        </pc:sldMkLst>
        <pc:spChg chg="mod">
          <ac:chgData name="Yusuf Kocabıyık" userId="3e9099966e893349" providerId="LiveId" clId="{8FEBE7BC-DA22-4842-9E3E-EDD9599D2123}" dt="2024-06-03T20:54:28.433" v="684" actId="14100"/>
          <ac:spMkLst>
            <pc:docMk/>
            <pc:sldMk cId="1409703444" sldId="262"/>
            <ac:spMk id="2" creationId="{CB6850DF-143F-4C52-8057-3F2CECBE6459}"/>
          </ac:spMkLst>
        </pc:spChg>
        <pc:spChg chg="del">
          <ac:chgData name="Yusuf Kocabıyık" userId="3e9099966e893349" providerId="LiveId" clId="{8FEBE7BC-DA22-4842-9E3E-EDD9599D2123}" dt="2024-06-03T20:27:30.875" v="249"/>
          <ac:spMkLst>
            <pc:docMk/>
            <pc:sldMk cId="1409703444" sldId="262"/>
            <ac:spMk id="3" creationId="{80E9A6DC-984B-41B2-89A5-2FA595218DD2}"/>
          </ac:spMkLst>
        </pc:spChg>
        <pc:spChg chg="add del mod">
          <ac:chgData name="Yusuf Kocabıyık" userId="3e9099966e893349" providerId="LiveId" clId="{8FEBE7BC-DA22-4842-9E3E-EDD9599D2123}" dt="2024-06-03T20:28:28.990" v="256"/>
          <ac:spMkLst>
            <pc:docMk/>
            <pc:sldMk cId="1409703444" sldId="262"/>
            <ac:spMk id="5" creationId="{B0A2931C-DE49-791D-5499-10ADF765BC39}"/>
          </ac:spMkLst>
        </pc:spChg>
        <pc:spChg chg="add del mod">
          <ac:chgData name="Yusuf Kocabıyık" userId="3e9099966e893349" providerId="LiveId" clId="{8FEBE7BC-DA22-4842-9E3E-EDD9599D2123}" dt="2024-06-03T20:29:04.994" v="263"/>
          <ac:spMkLst>
            <pc:docMk/>
            <pc:sldMk cId="1409703444" sldId="262"/>
            <ac:spMk id="6" creationId="{FCE73343-FB65-E33E-BCD8-B38353EF91C0}"/>
          </ac:spMkLst>
        </pc:spChg>
        <pc:spChg chg="add mod">
          <ac:chgData name="Yusuf Kocabıyık" userId="3e9099966e893349" providerId="LiveId" clId="{8FEBE7BC-DA22-4842-9E3E-EDD9599D2123}" dt="2024-06-03T20:31:10.429" v="349" actId="1076"/>
          <ac:spMkLst>
            <pc:docMk/>
            <pc:sldMk cId="1409703444" sldId="262"/>
            <ac:spMk id="7" creationId="{623B173E-E6E9-65E1-9CBF-FB0991BDDA50}"/>
          </ac:spMkLst>
        </pc:spChg>
        <pc:spChg chg="add del mod">
          <ac:chgData name="Yusuf Kocabıyık" userId="3e9099966e893349" providerId="LiveId" clId="{8FEBE7BC-DA22-4842-9E3E-EDD9599D2123}" dt="2024-06-03T20:31:36.868" v="355"/>
          <ac:spMkLst>
            <pc:docMk/>
            <pc:sldMk cId="1409703444" sldId="262"/>
            <ac:spMk id="8" creationId="{BC9E6BB2-B60C-00BA-0117-19F6B353EE5A}"/>
          </ac:spMkLst>
        </pc:spChg>
        <pc:spChg chg="add mod">
          <ac:chgData name="Yusuf Kocabıyık" userId="3e9099966e893349" providerId="LiveId" clId="{8FEBE7BC-DA22-4842-9E3E-EDD9599D2123}" dt="2024-06-03T20:59:54.785" v="1094" actId="20577"/>
          <ac:spMkLst>
            <pc:docMk/>
            <pc:sldMk cId="1409703444" sldId="262"/>
            <ac:spMk id="9" creationId="{584FFD59-A797-FD3E-E86B-869A54FF5AFD}"/>
          </ac:spMkLst>
        </pc:spChg>
        <pc:picChg chg="add mod">
          <ac:chgData name="Yusuf Kocabıyık" userId="3e9099966e893349" providerId="LiveId" clId="{8FEBE7BC-DA22-4842-9E3E-EDD9599D2123}" dt="2024-06-03T20:31:20.123" v="352" actId="14100"/>
          <ac:picMkLst>
            <pc:docMk/>
            <pc:sldMk cId="1409703444" sldId="262"/>
            <ac:picMk id="4" creationId="{C394B8F7-F786-C322-562B-694D88D4A676}"/>
          </ac:picMkLst>
        </pc:picChg>
      </pc:sldChg>
      <pc:sldChg chg="addSp delSp modSp mod">
        <pc:chgData name="Yusuf Kocabıyık" userId="3e9099966e893349" providerId="LiveId" clId="{8FEBE7BC-DA22-4842-9E3E-EDD9599D2123}" dt="2024-06-03T20:27:23.679" v="248"/>
        <pc:sldMkLst>
          <pc:docMk/>
          <pc:sldMk cId="2494673637" sldId="263"/>
        </pc:sldMkLst>
        <pc:spChg chg="add del">
          <ac:chgData name="Yusuf Kocabıyık" userId="3e9099966e893349" providerId="LiveId" clId="{8FEBE7BC-DA22-4842-9E3E-EDD9599D2123}" dt="2024-06-03T20:27:23.679" v="248"/>
          <ac:spMkLst>
            <pc:docMk/>
            <pc:sldMk cId="2494673637" sldId="263"/>
            <ac:spMk id="3" creationId="{DA7DA621-4202-4060-81F2-296D99AB037D}"/>
          </ac:spMkLst>
        </pc:spChg>
        <pc:picChg chg="add mod">
          <ac:chgData name="Yusuf Kocabıyık" userId="3e9099966e893349" providerId="LiveId" clId="{8FEBE7BC-DA22-4842-9E3E-EDD9599D2123}" dt="2024-06-03T20:27:23.679" v="248"/>
          <ac:picMkLst>
            <pc:docMk/>
            <pc:sldMk cId="2494673637" sldId="263"/>
            <ac:picMk id="4" creationId="{586EA4DA-B33C-3864-40EE-A5216D2EEB75}"/>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EBE4D2-6B2B-4107-B9CD-9D389928DD35}" type="datetimeFigureOut">
              <a:rPr lang="tr-TR" smtClean="0"/>
              <a:t>5.06.2024</a:t>
            </a:fld>
            <a:endParaRPr lang="tr-TR"/>
          </a:p>
        </p:txBody>
      </p:sp>
      <p:sp>
        <p:nvSpPr>
          <p:cNvPr id="4" name="Slayt Resmi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 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6E618E-21D7-44C9-98EB-E8661B71FBA6}" type="slidenum">
              <a:rPr lang="tr-TR" smtClean="0"/>
              <a:t>‹#›</a:t>
            </a:fld>
            <a:endParaRPr lang="tr-TR"/>
          </a:p>
        </p:txBody>
      </p:sp>
    </p:spTree>
    <p:extLst>
      <p:ext uri="{BB962C8B-B14F-4D97-AF65-F5344CB8AC3E}">
        <p14:creationId xmlns:p14="http://schemas.microsoft.com/office/powerpoint/2010/main" val="6493462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8D4C-D24F-4520-ADD9-16E497A36A0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tr-TR"/>
          </a:p>
        </p:txBody>
      </p:sp>
      <p:sp>
        <p:nvSpPr>
          <p:cNvPr id="3" name="Subtitle 2">
            <a:extLst>
              <a:ext uri="{FF2B5EF4-FFF2-40B4-BE49-F238E27FC236}">
                <a16:creationId xmlns:a16="http://schemas.microsoft.com/office/drawing/2014/main" id="{8D4D3B41-1E4F-49E9-B937-8369387BBEA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tr-TR"/>
          </a:p>
        </p:txBody>
      </p:sp>
      <p:sp>
        <p:nvSpPr>
          <p:cNvPr id="4" name="Date Placeholder 3">
            <a:extLst>
              <a:ext uri="{FF2B5EF4-FFF2-40B4-BE49-F238E27FC236}">
                <a16:creationId xmlns:a16="http://schemas.microsoft.com/office/drawing/2014/main" id="{658C082C-9C88-4DDB-90F1-63E52EE43806}"/>
              </a:ext>
            </a:extLst>
          </p:cNvPr>
          <p:cNvSpPr>
            <a:spLocks noGrp="1"/>
          </p:cNvSpPr>
          <p:nvPr>
            <p:ph type="dt" sz="half" idx="10"/>
          </p:nvPr>
        </p:nvSpPr>
        <p:spPr/>
        <p:txBody>
          <a:bodyPr/>
          <a:lstStyle/>
          <a:p>
            <a:fld id="{E299DF05-AE8E-4627-8093-ED9425A14793}" type="datetimeFigureOut">
              <a:rPr lang="tr-TR" smtClean="0"/>
              <a:t>5.06.2024</a:t>
            </a:fld>
            <a:endParaRPr lang="tr-TR"/>
          </a:p>
        </p:txBody>
      </p:sp>
      <p:sp>
        <p:nvSpPr>
          <p:cNvPr id="5" name="Footer Placeholder 4">
            <a:extLst>
              <a:ext uri="{FF2B5EF4-FFF2-40B4-BE49-F238E27FC236}">
                <a16:creationId xmlns:a16="http://schemas.microsoft.com/office/drawing/2014/main" id="{F7BA12BB-7524-4CA1-8A0A-C4B8ADF1627C}"/>
              </a:ext>
            </a:extLst>
          </p:cNvPr>
          <p:cNvSpPr>
            <a:spLocks noGrp="1"/>
          </p:cNvSpPr>
          <p:nvPr>
            <p:ph type="ftr" sz="quarter" idx="11"/>
          </p:nvPr>
        </p:nvSpPr>
        <p:spPr/>
        <p:txBody>
          <a:bodyPr/>
          <a:lstStyle/>
          <a:p>
            <a:endParaRPr lang="tr-TR"/>
          </a:p>
        </p:txBody>
      </p:sp>
      <p:sp>
        <p:nvSpPr>
          <p:cNvPr id="6" name="Slide Number Placeholder 5">
            <a:extLst>
              <a:ext uri="{FF2B5EF4-FFF2-40B4-BE49-F238E27FC236}">
                <a16:creationId xmlns:a16="http://schemas.microsoft.com/office/drawing/2014/main" id="{BB9DB1F3-CB29-4AD0-984E-F9C5EF5CBB61}"/>
              </a:ext>
            </a:extLst>
          </p:cNvPr>
          <p:cNvSpPr>
            <a:spLocks noGrp="1"/>
          </p:cNvSpPr>
          <p:nvPr>
            <p:ph type="sldNum" sz="quarter" idx="12"/>
          </p:nvPr>
        </p:nvSpPr>
        <p:spPr/>
        <p:txBody>
          <a:bodyPr/>
          <a:lstStyle/>
          <a:p>
            <a:fld id="{17E0C123-C35E-4A07-B3E5-366FB3DF3DBA}" type="slidenum">
              <a:rPr lang="tr-TR" smtClean="0"/>
              <a:t>‹#›</a:t>
            </a:fld>
            <a:endParaRPr lang="tr-TR"/>
          </a:p>
        </p:txBody>
      </p:sp>
    </p:spTree>
    <p:extLst>
      <p:ext uri="{BB962C8B-B14F-4D97-AF65-F5344CB8AC3E}">
        <p14:creationId xmlns:p14="http://schemas.microsoft.com/office/powerpoint/2010/main" val="886541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95A5F-BCA2-4AA1-B2F4-A1140C99FFBA}"/>
              </a:ext>
            </a:extLst>
          </p:cNvPr>
          <p:cNvSpPr>
            <a:spLocks noGrp="1"/>
          </p:cNvSpPr>
          <p:nvPr>
            <p:ph type="title"/>
          </p:nvPr>
        </p:nvSpPr>
        <p:spPr/>
        <p:txBody>
          <a:bodyPr/>
          <a:lstStyle/>
          <a:p>
            <a:r>
              <a:rPr lang="en-US"/>
              <a:t>Click to edit Master title style</a:t>
            </a:r>
            <a:endParaRPr lang="tr-TR"/>
          </a:p>
        </p:txBody>
      </p:sp>
      <p:sp>
        <p:nvSpPr>
          <p:cNvPr id="3" name="Content Placeholder 2">
            <a:extLst>
              <a:ext uri="{FF2B5EF4-FFF2-40B4-BE49-F238E27FC236}">
                <a16:creationId xmlns:a16="http://schemas.microsoft.com/office/drawing/2014/main" id="{83793364-C0D0-490C-A66D-57F19850A617}"/>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Date Placeholder 3">
            <a:extLst>
              <a:ext uri="{FF2B5EF4-FFF2-40B4-BE49-F238E27FC236}">
                <a16:creationId xmlns:a16="http://schemas.microsoft.com/office/drawing/2014/main" id="{58282B46-ECDB-4EAA-BAD9-C5B37B2BB961}"/>
              </a:ext>
            </a:extLst>
          </p:cNvPr>
          <p:cNvSpPr>
            <a:spLocks noGrp="1"/>
          </p:cNvSpPr>
          <p:nvPr>
            <p:ph type="dt" sz="half" idx="10"/>
          </p:nvPr>
        </p:nvSpPr>
        <p:spPr/>
        <p:txBody>
          <a:bodyPr/>
          <a:lstStyle/>
          <a:p>
            <a:fld id="{E299DF05-AE8E-4627-8093-ED9425A14793}" type="datetimeFigureOut">
              <a:rPr lang="tr-TR" smtClean="0"/>
              <a:t>5.06.2024</a:t>
            </a:fld>
            <a:endParaRPr lang="tr-TR"/>
          </a:p>
        </p:txBody>
      </p:sp>
      <p:sp>
        <p:nvSpPr>
          <p:cNvPr id="5" name="Footer Placeholder 4">
            <a:extLst>
              <a:ext uri="{FF2B5EF4-FFF2-40B4-BE49-F238E27FC236}">
                <a16:creationId xmlns:a16="http://schemas.microsoft.com/office/drawing/2014/main" id="{4A5D20EB-729A-46FB-86A0-C130FB5B4107}"/>
              </a:ext>
            </a:extLst>
          </p:cNvPr>
          <p:cNvSpPr>
            <a:spLocks noGrp="1"/>
          </p:cNvSpPr>
          <p:nvPr>
            <p:ph type="ftr" sz="quarter" idx="11"/>
          </p:nvPr>
        </p:nvSpPr>
        <p:spPr/>
        <p:txBody>
          <a:bodyPr/>
          <a:lstStyle/>
          <a:p>
            <a:endParaRPr lang="tr-TR"/>
          </a:p>
        </p:txBody>
      </p:sp>
      <p:sp>
        <p:nvSpPr>
          <p:cNvPr id="6" name="Slide Number Placeholder 5">
            <a:extLst>
              <a:ext uri="{FF2B5EF4-FFF2-40B4-BE49-F238E27FC236}">
                <a16:creationId xmlns:a16="http://schemas.microsoft.com/office/drawing/2014/main" id="{9B7AFD1D-71C6-425E-AA59-D38AC38AA31E}"/>
              </a:ext>
            </a:extLst>
          </p:cNvPr>
          <p:cNvSpPr>
            <a:spLocks noGrp="1"/>
          </p:cNvSpPr>
          <p:nvPr>
            <p:ph type="sldNum" sz="quarter" idx="12"/>
          </p:nvPr>
        </p:nvSpPr>
        <p:spPr/>
        <p:txBody>
          <a:bodyPr/>
          <a:lstStyle/>
          <a:p>
            <a:fld id="{17E0C123-C35E-4A07-B3E5-366FB3DF3DBA}" type="slidenum">
              <a:rPr lang="tr-TR" smtClean="0"/>
              <a:t>‹#›</a:t>
            </a:fld>
            <a:endParaRPr lang="tr-TR"/>
          </a:p>
        </p:txBody>
      </p:sp>
    </p:spTree>
    <p:extLst>
      <p:ext uri="{BB962C8B-B14F-4D97-AF65-F5344CB8AC3E}">
        <p14:creationId xmlns:p14="http://schemas.microsoft.com/office/powerpoint/2010/main" val="25072268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DCA56-8A36-4DB1-BC39-8EA3C6BD416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tr-TR"/>
          </a:p>
        </p:txBody>
      </p:sp>
      <p:sp>
        <p:nvSpPr>
          <p:cNvPr id="3" name="Text Placeholder 2">
            <a:extLst>
              <a:ext uri="{FF2B5EF4-FFF2-40B4-BE49-F238E27FC236}">
                <a16:creationId xmlns:a16="http://schemas.microsoft.com/office/drawing/2014/main" id="{0C5EC4E4-AC81-423F-8BC9-65E66146B8D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E5CFB2C5-221A-45FD-8B2D-5E9AFA201BEF}"/>
              </a:ext>
            </a:extLst>
          </p:cNvPr>
          <p:cNvSpPr>
            <a:spLocks noGrp="1"/>
          </p:cNvSpPr>
          <p:nvPr>
            <p:ph type="dt" sz="half" idx="10"/>
          </p:nvPr>
        </p:nvSpPr>
        <p:spPr/>
        <p:txBody>
          <a:bodyPr/>
          <a:lstStyle/>
          <a:p>
            <a:fld id="{E299DF05-AE8E-4627-8093-ED9425A14793}" type="datetimeFigureOut">
              <a:rPr lang="tr-TR" smtClean="0"/>
              <a:t>5.06.2024</a:t>
            </a:fld>
            <a:endParaRPr lang="tr-TR"/>
          </a:p>
        </p:txBody>
      </p:sp>
      <p:sp>
        <p:nvSpPr>
          <p:cNvPr id="5" name="Footer Placeholder 4">
            <a:extLst>
              <a:ext uri="{FF2B5EF4-FFF2-40B4-BE49-F238E27FC236}">
                <a16:creationId xmlns:a16="http://schemas.microsoft.com/office/drawing/2014/main" id="{89F4B5A6-39CE-4F49-A9C8-9D238C94CE2A}"/>
              </a:ext>
            </a:extLst>
          </p:cNvPr>
          <p:cNvSpPr>
            <a:spLocks noGrp="1"/>
          </p:cNvSpPr>
          <p:nvPr>
            <p:ph type="ftr" sz="quarter" idx="11"/>
          </p:nvPr>
        </p:nvSpPr>
        <p:spPr/>
        <p:txBody>
          <a:bodyPr/>
          <a:lstStyle/>
          <a:p>
            <a:endParaRPr lang="tr-TR"/>
          </a:p>
        </p:txBody>
      </p:sp>
      <p:sp>
        <p:nvSpPr>
          <p:cNvPr id="6" name="Slide Number Placeholder 5">
            <a:extLst>
              <a:ext uri="{FF2B5EF4-FFF2-40B4-BE49-F238E27FC236}">
                <a16:creationId xmlns:a16="http://schemas.microsoft.com/office/drawing/2014/main" id="{FE5B6278-6E67-418F-928A-1DA976E493B4}"/>
              </a:ext>
            </a:extLst>
          </p:cNvPr>
          <p:cNvSpPr>
            <a:spLocks noGrp="1"/>
          </p:cNvSpPr>
          <p:nvPr>
            <p:ph type="sldNum" sz="quarter" idx="12"/>
          </p:nvPr>
        </p:nvSpPr>
        <p:spPr/>
        <p:txBody>
          <a:bodyPr/>
          <a:lstStyle/>
          <a:p>
            <a:fld id="{17E0C123-C35E-4A07-B3E5-366FB3DF3DBA}" type="slidenum">
              <a:rPr lang="tr-TR" smtClean="0"/>
              <a:t>‹#›</a:t>
            </a:fld>
            <a:endParaRPr lang="tr-TR"/>
          </a:p>
        </p:txBody>
      </p:sp>
    </p:spTree>
    <p:extLst>
      <p:ext uri="{BB962C8B-B14F-4D97-AF65-F5344CB8AC3E}">
        <p14:creationId xmlns:p14="http://schemas.microsoft.com/office/powerpoint/2010/main" val="8730805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E394B-7147-49EB-962F-E0786B96DF5C}"/>
              </a:ext>
            </a:extLst>
          </p:cNvPr>
          <p:cNvSpPr>
            <a:spLocks noGrp="1"/>
          </p:cNvSpPr>
          <p:nvPr>
            <p:ph type="title"/>
          </p:nvPr>
        </p:nvSpPr>
        <p:spPr/>
        <p:txBody>
          <a:bodyPr/>
          <a:lstStyle/>
          <a:p>
            <a:r>
              <a:rPr lang="en-US"/>
              <a:t>Click to edit Master title style</a:t>
            </a:r>
            <a:endParaRPr lang="tr-TR"/>
          </a:p>
        </p:txBody>
      </p:sp>
      <p:sp>
        <p:nvSpPr>
          <p:cNvPr id="3" name="Content Placeholder 2">
            <a:extLst>
              <a:ext uri="{FF2B5EF4-FFF2-40B4-BE49-F238E27FC236}">
                <a16:creationId xmlns:a16="http://schemas.microsoft.com/office/drawing/2014/main" id="{3A2675B9-9717-443F-AE5A-08FB77DB4B5F}"/>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Content Placeholder 3">
            <a:extLst>
              <a:ext uri="{FF2B5EF4-FFF2-40B4-BE49-F238E27FC236}">
                <a16:creationId xmlns:a16="http://schemas.microsoft.com/office/drawing/2014/main" id="{9264EEB8-CC00-41C9-81B5-38DF24BDFD8D}"/>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5" name="Date Placeholder 4">
            <a:extLst>
              <a:ext uri="{FF2B5EF4-FFF2-40B4-BE49-F238E27FC236}">
                <a16:creationId xmlns:a16="http://schemas.microsoft.com/office/drawing/2014/main" id="{194DDBE3-9453-4993-B819-BA7500345BBB}"/>
              </a:ext>
            </a:extLst>
          </p:cNvPr>
          <p:cNvSpPr>
            <a:spLocks noGrp="1"/>
          </p:cNvSpPr>
          <p:nvPr>
            <p:ph type="dt" sz="half" idx="10"/>
          </p:nvPr>
        </p:nvSpPr>
        <p:spPr/>
        <p:txBody>
          <a:bodyPr/>
          <a:lstStyle/>
          <a:p>
            <a:fld id="{E299DF05-AE8E-4627-8093-ED9425A14793}" type="datetimeFigureOut">
              <a:rPr lang="tr-TR" smtClean="0"/>
              <a:t>5.06.2024</a:t>
            </a:fld>
            <a:endParaRPr lang="tr-TR"/>
          </a:p>
        </p:txBody>
      </p:sp>
      <p:sp>
        <p:nvSpPr>
          <p:cNvPr id="6" name="Footer Placeholder 5">
            <a:extLst>
              <a:ext uri="{FF2B5EF4-FFF2-40B4-BE49-F238E27FC236}">
                <a16:creationId xmlns:a16="http://schemas.microsoft.com/office/drawing/2014/main" id="{FD4FABE5-1F34-44C2-8541-2C401FD55802}"/>
              </a:ext>
            </a:extLst>
          </p:cNvPr>
          <p:cNvSpPr>
            <a:spLocks noGrp="1"/>
          </p:cNvSpPr>
          <p:nvPr>
            <p:ph type="ftr" sz="quarter" idx="11"/>
          </p:nvPr>
        </p:nvSpPr>
        <p:spPr/>
        <p:txBody>
          <a:bodyPr/>
          <a:lstStyle/>
          <a:p>
            <a:endParaRPr lang="tr-TR"/>
          </a:p>
        </p:txBody>
      </p:sp>
      <p:sp>
        <p:nvSpPr>
          <p:cNvPr id="7" name="Slide Number Placeholder 6">
            <a:extLst>
              <a:ext uri="{FF2B5EF4-FFF2-40B4-BE49-F238E27FC236}">
                <a16:creationId xmlns:a16="http://schemas.microsoft.com/office/drawing/2014/main" id="{5E447B38-C068-4CBD-9059-101881943AD5}"/>
              </a:ext>
            </a:extLst>
          </p:cNvPr>
          <p:cNvSpPr>
            <a:spLocks noGrp="1"/>
          </p:cNvSpPr>
          <p:nvPr>
            <p:ph type="sldNum" sz="quarter" idx="12"/>
          </p:nvPr>
        </p:nvSpPr>
        <p:spPr/>
        <p:txBody>
          <a:bodyPr/>
          <a:lstStyle/>
          <a:p>
            <a:fld id="{17E0C123-C35E-4A07-B3E5-366FB3DF3DBA}" type="slidenum">
              <a:rPr lang="tr-TR" smtClean="0"/>
              <a:t>‹#›</a:t>
            </a:fld>
            <a:endParaRPr lang="tr-TR"/>
          </a:p>
        </p:txBody>
      </p:sp>
    </p:spTree>
    <p:extLst>
      <p:ext uri="{BB962C8B-B14F-4D97-AF65-F5344CB8AC3E}">
        <p14:creationId xmlns:p14="http://schemas.microsoft.com/office/powerpoint/2010/main" val="42883594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11731-8BDE-4411-BFEC-6819FBC21DFD}"/>
              </a:ext>
            </a:extLst>
          </p:cNvPr>
          <p:cNvSpPr>
            <a:spLocks noGrp="1"/>
          </p:cNvSpPr>
          <p:nvPr>
            <p:ph type="title"/>
          </p:nvPr>
        </p:nvSpPr>
        <p:spPr>
          <a:xfrm>
            <a:off x="839788" y="365125"/>
            <a:ext cx="10515600" cy="1325563"/>
          </a:xfrm>
        </p:spPr>
        <p:txBody>
          <a:bodyPr/>
          <a:lstStyle/>
          <a:p>
            <a:r>
              <a:rPr lang="en-US"/>
              <a:t>Click to edit Master title style</a:t>
            </a:r>
            <a:endParaRPr lang="tr-TR"/>
          </a:p>
        </p:txBody>
      </p:sp>
      <p:sp>
        <p:nvSpPr>
          <p:cNvPr id="3" name="Text Placeholder 2">
            <a:extLst>
              <a:ext uri="{FF2B5EF4-FFF2-40B4-BE49-F238E27FC236}">
                <a16:creationId xmlns:a16="http://schemas.microsoft.com/office/drawing/2014/main" id="{7F41377F-2190-4A57-A0A0-9E51D8CCE94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B051D22C-F526-422C-A587-C283869CA726}"/>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5" name="Text Placeholder 4">
            <a:extLst>
              <a:ext uri="{FF2B5EF4-FFF2-40B4-BE49-F238E27FC236}">
                <a16:creationId xmlns:a16="http://schemas.microsoft.com/office/drawing/2014/main" id="{F35A2450-FB1E-410F-A778-3E5D86C21E1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F64C31C8-A2F4-435D-830A-5028FFAE5043}"/>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7" name="Date Placeholder 6">
            <a:extLst>
              <a:ext uri="{FF2B5EF4-FFF2-40B4-BE49-F238E27FC236}">
                <a16:creationId xmlns:a16="http://schemas.microsoft.com/office/drawing/2014/main" id="{3A35B396-48B4-4664-90D1-63D543B6F8CE}"/>
              </a:ext>
            </a:extLst>
          </p:cNvPr>
          <p:cNvSpPr>
            <a:spLocks noGrp="1"/>
          </p:cNvSpPr>
          <p:nvPr>
            <p:ph type="dt" sz="half" idx="10"/>
          </p:nvPr>
        </p:nvSpPr>
        <p:spPr/>
        <p:txBody>
          <a:bodyPr/>
          <a:lstStyle/>
          <a:p>
            <a:fld id="{E299DF05-AE8E-4627-8093-ED9425A14793}" type="datetimeFigureOut">
              <a:rPr lang="tr-TR" smtClean="0"/>
              <a:t>5.06.2024</a:t>
            </a:fld>
            <a:endParaRPr lang="tr-TR"/>
          </a:p>
        </p:txBody>
      </p:sp>
      <p:sp>
        <p:nvSpPr>
          <p:cNvPr id="8" name="Footer Placeholder 7">
            <a:extLst>
              <a:ext uri="{FF2B5EF4-FFF2-40B4-BE49-F238E27FC236}">
                <a16:creationId xmlns:a16="http://schemas.microsoft.com/office/drawing/2014/main" id="{2272F8D5-2921-43BB-BA81-EB5231F9BF93}"/>
              </a:ext>
            </a:extLst>
          </p:cNvPr>
          <p:cNvSpPr>
            <a:spLocks noGrp="1"/>
          </p:cNvSpPr>
          <p:nvPr>
            <p:ph type="ftr" sz="quarter" idx="11"/>
          </p:nvPr>
        </p:nvSpPr>
        <p:spPr/>
        <p:txBody>
          <a:bodyPr/>
          <a:lstStyle/>
          <a:p>
            <a:endParaRPr lang="tr-TR"/>
          </a:p>
        </p:txBody>
      </p:sp>
      <p:sp>
        <p:nvSpPr>
          <p:cNvPr id="9" name="Slide Number Placeholder 8">
            <a:extLst>
              <a:ext uri="{FF2B5EF4-FFF2-40B4-BE49-F238E27FC236}">
                <a16:creationId xmlns:a16="http://schemas.microsoft.com/office/drawing/2014/main" id="{7137CFFE-CCC6-4481-84C9-5736EC7C793B}"/>
              </a:ext>
            </a:extLst>
          </p:cNvPr>
          <p:cNvSpPr>
            <a:spLocks noGrp="1"/>
          </p:cNvSpPr>
          <p:nvPr>
            <p:ph type="sldNum" sz="quarter" idx="12"/>
          </p:nvPr>
        </p:nvSpPr>
        <p:spPr/>
        <p:txBody>
          <a:bodyPr/>
          <a:lstStyle/>
          <a:p>
            <a:fld id="{17E0C123-C35E-4A07-B3E5-366FB3DF3DBA}" type="slidenum">
              <a:rPr lang="tr-TR" smtClean="0"/>
              <a:t>‹#›</a:t>
            </a:fld>
            <a:endParaRPr lang="tr-TR"/>
          </a:p>
        </p:txBody>
      </p:sp>
    </p:spTree>
    <p:extLst>
      <p:ext uri="{BB962C8B-B14F-4D97-AF65-F5344CB8AC3E}">
        <p14:creationId xmlns:p14="http://schemas.microsoft.com/office/powerpoint/2010/main" val="19740706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A67AB-6354-4E90-9C0C-8C9C0755E0D5}"/>
              </a:ext>
            </a:extLst>
          </p:cNvPr>
          <p:cNvSpPr>
            <a:spLocks noGrp="1"/>
          </p:cNvSpPr>
          <p:nvPr>
            <p:ph type="title"/>
          </p:nvPr>
        </p:nvSpPr>
        <p:spPr/>
        <p:txBody>
          <a:bodyPr/>
          <a:lstStyle/>
          <a:p>
            <a:r>
              <a:rPr lang="en-US"/>
              <a:t>Click to edit Master title style</a:t>
            </a:r>
            <a:endParaRPr lang="tr-TR"/>
          </a:p>
        </p:txBody>
      </p:sp>
      <p:sp>
        <p:nvSpPr>
          <p:cNvPr id="3" name="Date Placeholder 2">
            <a:extLst>
              <a:ext uri="{FF2B5EF4-FFF2-40B4-BE49-F238E27FC236}">
                <a16:creationId xmlns:a16="http://schemas.microsoft.com/office/drawing/2014/main" id="{1AB4AFDB-0076-4C55-A024-1E07589F1BD1}"/>
              </a:ext>
            </a:extLst>
          </p:cNvPr>
          <p:cNvSpPr>
            <a:spLocks noGrp="1"/>
          </p:cNvSpPr>
          <p:nvPr>
            <p:ph type="dt" sz="half" idx="10"/>
          </p:nvPr>
        </p:nvSpPr>
        <p:spPr/>
        <p:txBody>
          <a:bodyPr/>
          <a:lstStyle/>
          <a:p>
            <a:fld id="{E299DF05-AE8E-4627-8093-ED9425A14793}" type="datetimeFigureOut">
              <a:rPr lang="tr-TR" smtClean="0"/>
              <a:t>5.06.2024</a:t>
            </a:fld>
            <a:endParaRPr lang="tr-TR"/>
          </a:p>
        </p:txBody>
      </p:sp>
      <p:sp>
        <p:nvSpPr>
          <p:cNvPr id="4" name="Footer Placeholder 3">
            <a:extLst>
              <a:ext uri="{FF2B5EF4-FFF2-40B4-BE49-F238E27FC236}">
                <a16:creationId xmlns:a16="http://schemas.microsoft.com/office/drawing/2014/main" id="{B9AFF412-EE09-414D-8351-A7780FA376B4}"/>
              </a:ext>
            </a:extLst>
          </p:cNvPr>
          <p:cNvSpPr>
            <a:spLocks noGrp="1"/>
          </p:cNvSpPr>
          <p:nvPr>
            <p:ph type="ftr" sz="quarter" idx="11"/>
          </p:nvPr>
        </p:nvSpPr>
        <p:spPr/>
        <p:txBody>
          <a:bodyPr/>
          <a:lstStyle/>
          <a:p>
            <a:endParaRPr lang="tr-TR"/>
          </a:p>
        </p:txBody>
      </p:sp>
      <p:sp>
        <p:nvSpPr>
          <p:cNvPr id="5" name="Slide Number Placeholder 4">
            <a:extLst>
              <a:ext uri="{FF2B5EF4-FFF2-40B4-BE49-F238E27FC236}">
                <a16:creationId xmlns:a16="http://schemas.microsoft.com/office/drawing/2014/main" id="{A8110C5E-3C52-43C3-B483-FA41928DCFEE}"/>
              </a:ext>
            </a:extLst>
          </p:cNvPr>
          <p:cNvSpPr>
            <a:spLocks noGrp="1"/>
          </p:cNvSpPr>
          <p:nvPr>
            <p:ph type="sldNum" sz="quarter" idx="12"/>
          </p:nvPr>
        </p:nvSpPr>
        <p:spPr/>
        <p:txBody>
          <a:bodyPr/>
          <a:lstStyle/>
          <a:p>
            <a:fld id="{17E0C123-C35E-4A07-B3E5-366FB3DF3DBA}" type="slidenum">
              <a:rPr lang="tr-TR" smtClean="0"/>
              <a:t>‹#›</a:t>
            </a:fld>
            <a:endParaRPr lang="tr-TR"/>
          </a:p>
        </p:txBody>
      </p:sp>
    </p:spTree>
    <p:extLst>
      <p:ext uri="{BB962C8B-B14F-4D97-AF65-F5344CB8AC3E}">
        <p14:creationId xmlns:p14="http://schemas.microsoft.com/office/powerpoint/2010/main" val="27700603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BF9DDD2-9EAD-4AE6-822E-0A35BDBF58D0}"/>
              </a:ext>
            </a:extLst>
          </p:cNvPr>
          <p:cNvSpPr>
            <a:spLocks noGrp="1"/>
          </p:cNvSpPr>
          <p:nvPr>
            <p:ph type="dt" sz="half" idx="10"/>
          </p:nvPr>
        </p:nvSpPr>
        <p:spPr/>
        <p:txBody>
          <a:bodyPr/>
          <a:lstStyle/>
          <a:p>
            <a:fld id="{E299DF05-AE8E-4627-8093-ED9425A14793}" type="datetimeFigureOut">
              <a:rPr lang="tr-TR" smtClean="0"/>
              <a:t>5.06.2024</a:t>
            </a:fld>
            <a:endParaRPr lang="tr-TR"/>
          </a:p>
        </p:txBody>
      </p:sp>
      <p:sp>
        <p:nvSpPr>
          <p:cNvPr id="3" name="Footer Placeholder 2">
            <a:extLst>
              <a:ext uri="{FF2B5EF4-FFF2-40B4-BE49-F238E27FC236}">
                <a16:creationId xmlns:a16="http://schemas.microsoft.com/office/drawing/2014/main" id="{D68D5895-08D9-4B13-B116-929C580646DB}"/>
              </a:ext>
            </a:extLst>
          </p:cNvPr>
          <p:cNvSpPr>
            <a:spLocks noGrp="1"/>
          </p:cNvSpPr>
          <p:nvPr>
            <p:ph type="ftr" sz="quarter" idx="11"/>
          </p:nvPr>
        </p:nvSpPr>
        <p:spPr/>
        <p:txBody>
          <a:bodyPr/>
          <a:lstStyle/>
          <a:p>
            <a:endParaRPr lang="tr-TR"/>
          </a:p>
        </p:txBody>
      </p:sp>
      <p:sp>
        <p:nvSpPr>
          <p:cNvPr id="4" name="Slide Number Placeholder 3">
            <a:extLst>
              <a:ext uri="{FF2B5EF4-FFF2-40B4-BE49-F238E27FC236}">
                <a16:creationId xmlns:a16="http://schemas.microsoft.com/office/drawing/2014/main" id="{80E7BFD0-5209-4E22-9F7D-C2CF81429C40}"/>
              </a:ext>
            </a:extLst>
          </p:cNvPr>
          <p:cNvSpPr>
            <a:spLocks noGrp="1"/>
          </p:cNvSpPr>
          <p:nvPr>
            <p:ph type="sldNum" sz="quarter" idx="12"/>
          </p:nvPr>
        </p:nvSpPr>
        <p:spPr/>
        <p:txBody>
          <a:bodyPr/>
          <a:lstStyle/>
          <a:p>
            <a:fld id="{17E0C123-C35E-4A07-B3E5-366FB3DF3DBA}" type="slidenum">
              <a:rPr lang="tr-TR" smtClean="0"/>
              <a:t>‹#›</a:t>
            </a:fld>
            <a:endParaRPr lang="tr-TR"/>
          </a:p>
        </p:txBody>
      </p:sp>
    </p:spTree>
    <p:extLst>
      <p:ext uri="{BB962C8B-B14F-4D97-AF65-F5344CB8AC3E}">
        <p14:creationId xmlns:p14="http://schemas.microsoft.com/office/powerpoint/2010/main" val="6878768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E3DDE-7B64-4F46-B8D1-F7798A2B27F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tr-TR"/>
          </a:p>
        </p:txBody>
      </p:sp>
      <p:sp>
        <p:nvSpPr>
          <p:cNvPr id="3" name="Content Placeholder 2">
            <a:extLst>
              <a:ext uri="{FF2B5EF4-FFF2-40B4-BE49-F238E27FC236}">
                <a16:creationId xmlns:a16="http://schemas.microsoft.com/office/drawing/2014/main" id="{0859837B-FB90-4082-AE86-5CBBE219732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Text Placeholder 3">
            <a:extLst>
              <a:ext uri="{FF2B5EF4-FFF2-40B4-BE49-F238E27FC236}">
                <a16:creationId xmlns:a16="http://schemas.microsoft.com/office/drawing/2014/main" id="{BB7E49C0-5B41-4150-8202-24C60C724B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A7221BF-668D-41CB-A84B-27586EBC3879}"/>
              </a:ext>
            </a:extLst>
          </p:cNvPr>
          <p:cNvSpPr>
            <a:spLocks noGrp="1"/>
          </p:cNvSpPr>
          <p:nvPr>
            <p:ph type="dt" sz="half" idx="10"/>
          </p:nvPr>
        </p:nvSpPr>
        <p:spPr/>
        <p:txBody>
          <a:bodyPr/>
          <a:lstStyle/>
          <a:p>
            <a:fld id="{E299DF05-AE8E-4627-8093-ED9425A14793}" type="datetimeFigureOut">
              <a:rPr lang="tr-TR" smtClean="0"/>
              <a:t>5.06.2024</a:t>
            </a:fld>
            <a:endParaRPr lang="tr-TR"/>
          </a:p>
        </p:txBody>
      </p:sp>
      <p:sp>
        <p:nvSpPr>
          <p:cNvPr id="6" name="Footer Placeholder 5">
            <a:extLst>
              <a:ext uri="{FF2B5EF4-FFF2-40B4-BE49-F238E27FC236}">
                <a16:creationId xmlns:a16="http://schemas.microsoft.com/office/drawing/2014/main" id="{887907B0-CA70-4991-B83C-A87F2D4B8637}"/>
              </a:ext>
            </a:extLst>
          </p:cNvPr>
          <p:cNvSpPr>
            <a:spLocks noGrp="1"/>
          </p:cNvSpPr>
          <p:nvPr>
            <p:ph type="ftr" sz="quarter" idx="11"/>
          </p:nvPr>
        </p:nvSpPr>
        <p:spPr/>
        <p:txBody>
          <a:bodyPr/>
          <a:lstStyle/>
          <a:p>
            <a:endParaRPr lang="tr-TR"/>
          </a:p>
        </p:txBody>
      </p:sp>
      <p:sp>
        <p:nvSpPr>
          <p:cNvPr id="7" name="Slide Number Placeholder 6">
            <a:extLst>
              <a:ext uri="{FF2B5EF4-FFF2-40B4-BE49-F238E27FC236}">
                <a16:creationId xmlns:a16="http://schemas.microsoft.com/office/drawing/2014/main" id="{A2DA81AB-F561-4520-B0C3-9B0D0824AE05}"/>
              </a:ext>
            </a:extLst>
          </p:cNvPr>
          <p:cNvSpPr>
            <a:spLocks noGrp="1"/>
          </p:cNvSpPr>
          <p:nvPr>
            <p:ph type="sldNum" sz="quarter" idx="12"/>
          </p:nvPr>
        </p:nvSpPr>
        <p:spPr/>
        <p:txBody>
          <a:bodyPr/>
          <a:lstStyle/>
          <a:p>
            <a:fld id="{17E0C123-C35E-4A07-B3E5-366FB3DF3DBA}" type="slidenum">
              <a:rPr lang="tr-TR" smtClean="0"/>
              <a:t>‹#›</a:t>
            </a:fld>
            <a:endParaRPr lang="tr-TR"/>
          </a:p>
        </p:txBody>
      </p:sp>
    </p:spTree>
    <p:extLst>
      <p:ext uri="{BB962C8B-B14F-4D97-AF65-F5344CB8AC3E}">
        <p14:creationId xmlns:p14="http://schemas.microsoft.com/office/powerpoint/2010/main" val="6397867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76C9D-0E4F-4EEB-86E5-587EED70540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tr-TR"/>
          </a:p>
        </p:txBody>
      </p:sp>
      <p:sp>
        <p:nvSpPr>
          <p:cNvPr id="3" name="Picture Placeholder 2">
            <a:extLst>
              <a:ext uri="{FF2B5EF4-FFF2-40B4-BE49-F238E27FC236}">
                <a16:creationId xmlns:a16="http://schemas.microsoft.com/office/drawing/2014/main" id="{98965DBB-55CD-4BD7-B072-F6DC45DD29A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Text Placeholder 3">
            <a:extLst>
              <a:ext uri="{FF2B5EF4-FFF2-40B4-BE49-F238E27FC236}">
                <a16:creationId xmlns:a16="http://schemas.microsoft.com/office/drawing/2014/main" id="{D1255A35-2A61-40E2-BAA1-451EC8C2A2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899D3CE-E4C3-4D9B-8E14-8306AE0DD88E}"/>
              </a:ext>
            </a:extLst>
          </p:cNvPr>
          <p:cNvSpPr>
            <a:spLocks noGrp="1"/>
          </p:cNvSpPr>
          <p:nvPr>
            <p:ph type="dt" sz="half" idx="10"/>
          </p:nvPr>
        </p:nvSpPr>
        <p:spPr/>
        <p:txBody>
          <a:bodyPr/>
          <a:lstStyle/>
          <a:p>
            <a:fld id="{E299DF05-AE8E-4627-8093-ED9425A14793}" type="datetimeFigureOut">
              <a:rPr lang="tr-TR" smtClean="0"/>
              <a:t>5.06.2024</a:t>
            </a:fld>
            <a:endParaRPr lang="tr-TR"/>
          </a:p>
        </p:txBody>
      </p:sp>
      <p:sp>
        <p:nvSpPr>
          <p:cNvPr id="6" name="Footer Placeholder 5">
            <a:extLst>
              <a:ext uri="{FF2B5EF4-FFF2-40B4-BE49-F238E27FC236}">
                <a16:creationId xmlns:a16="http://schemas.microsoft.com/office/drawing/2014/main" id="{8D06CFD9-EF21-403F-93AD-7E3B09B09914}"/>
              </a:ext>
            </a:extLst>
          </p:cNvPr>
          <p:cNvSpPr>
            <a:spLocks noGrp="1"/>
          </p:cNvSpPr>
          <p:nvPr>
            <p:ph type="ftr" sz="quarter" idx="11"/>
          </p:nvPr>
        </p:nvSpPr>
        <p:spPr/>
        <p:txBody>
          <a:bodyPr/>
          <a:lstStyle/>
          <a:p>
            <a:endParaRPr lang="tr-TR"/>
          </a:p>
        </p:txBody>
      </p:sp>
      <p:sp>
        <p:nvSpPr>
          <p:cNvPr id="7" name="Slide Number Placeholder 6">
            <a:extLst>
              <a:ext uri="{FF2B5EF4-FFF2-40B4-BE49-F238E27FC236}">
                <a16:creationId xmlns:a16="http://schemas.microsoft.com/office/drawing/2014/main" id="{F67FC4C6-7F0D-45D0-8F0B-F8BDD10F63F7}"/>
              </a:ext>
            </a:extLst>
          </p:cNvPr>
          <p:cNvSpPr>
            <a:spLocks noGrp="1"/>
          </p:cNvSpPr>
          <p:nvPr>
            <p:ph type="sldNum" sz="quarter" idx="12"/>
          </p:nvPr>
        </p:nvSpPr>
        <p:spPr/>
        <p:txBody>
          <a:bodyPr/>
          <a:lstStyle/>
          <a:p>
            <a:fld id="{17E0C123-C35E-4A07-B3E5-366FB3DF3DBA}" type="slidenum">
              <a:rPr lang="tr-TR" smtClean="0"/>
              <a:t>‹#›</a:t>
            </a:fld>
            <a:endParaRPr lang="tr-TR"/>
          </a:p>
        </p:txBody>
      </p:sp>
    </p:spTree>
    <p:extLst>
      <p:ext uri="{BB962C8B-B14F-4D97-AF65-F5344CB8AC3E}">
        <p14:creationId xmlns:p14="http://schemas.microsoft.com/office/powerpoint/2010/main" val="19616984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4FA4A-4C33-4DCA-97AF-ADC9B4386E59}"/>
              </a:ext>
            </a:extLst>
          </p:cNvPr>
          <p:cNvSpPr>
            <a:spLocks noGrp="1"/>
          </p:cNvSpPr>
          <p:nvPr>
            <p:ph type="title"/>
          </p:nvPr>
        </p:nvSpPr>
        <p:spPr/>
        <p:txBody>
          <a:bodyPr/>
          <a:lstStyle/>
          <a:p>
            <a:r>
              <a:rPr lang="en-US"/>
              <a:t>Click to edit Master title style</a:t>
            </a:r>
            <a:endParaRPr lang="tr-TR"/>
          </a:p>
        </p:txBody>
      </p:sp>
      <p:sp>
        <p:nvSpPr>
          <p:cNvPr id="3" name="Vertical Text Placeholder 2">
            <a:extLst>
              <a:ext uri="{FF2B5EF4-FFF2-40B4-BE49-F238E27FC236}">
                <a16:creationId xmlns:a16="http://schemas.microsoft.com/office/drawing/2014/main" id="{DDBED69E-7B2E-4D71-A1D9-9F3CCF293705}"/>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Date Placeholder 3">
            <a:extLst>
              <a:ext uri="{FF2B5EF4-FFF2-40B4-BE49-F238E27FC236}">
                <a16:creationId xmlns:a16="http://schemas.microsoft.com/office/drawing/2014/main" id="{60995062-E50E-435F-8D1C-D174DF3910F5}"/>
              </a:ext>
            </a:extLst>
          </p:cNvPr>
          <p:cNvSpPr>
            <a:spLocks noGrp="1"/>
          </p:cNvSpPr>
          <p:nvPr>
            <p:ph type="dt" sz="half" idx="10"/>
          </p:nvPr>
        </p:nvSpPr>
        <p:spPr/>
        <p:txBody>
          <a:bodyPr/>
          <a:lstStyle/>
          <a:p>
            <a:fld id="{E299DF05-AE8E-4627-8093-ED9425A14793}" type="datetimeFigureOut">
              <a:rPr lang="tr-TR" smtClean="0"/>
              <a:t>5.06.2024</a:t>
            </a:fld>
            <a:endParaRPr lang="tr-TR"/>
          </a:p>
        </p:txBody>
      </p:sp>
      <p:sp>
        <p:nvSpPr>
          <p:cNvPr id="5" name="Footer Placeholder 4">
            <a:extLst>
              <a:ext uri="{FF2B5EF4-FFF2-40B4-BE49-F238E27FC236}">
                <a16:creationId xmlns:a16="http://schemas.microsoft.com/office/drawing/2014/main" id="{7BB3564E-4C56-400E-A59B-9A44F950266F}"/>
              </a:ext>
            </a:extLst>
          </p:cNvPr>
          <p:cNvSpPr>
            <a:spLocks noGrp="1"/>
          </p:cNvSpPr>
          <p:nvPr>
            <p:ph type="ftr" sz="quarter" idx="11"/>
          </p:nvPr>
        </p:nvSpPr>
        <p:spPr/>
        <p:txBody>
          <a:bodyPr/>
          <a:lstStyle/>
          <a:p>
            <a:endParaRPr lang="tr-TR"/>
          </a:p>
        </p:txBody>
      </p:sp>
      <p:sp>
        <p:nvSpPr>
          <p:cNvPr id="6" name="Slide Number Placeholder 5">
            <a:extLst>
              <a:ext uri="{FF2B5EF4-FFF2-40B4-BE49-F238E27FC236}">
                <a16:creationId xmlns:a16="http://schemas.microsoft.com/office/drawing/2014/main" id="{69F3E276-BACD-44E5-A711-A9D5C6E3ED40}"/>
              </a:ext>
            </a:extLst>
          </p:cNvPr>
          <p:cNvSpPr>
            <a:spLocks noGrp="1"/>
          </p:cNvSpPr>
          <p:nvPr>
            <p:ph type="sldNum" sz="quarter" idx="12"/>
          </p:nvPr>
        </p:nvSpPr>
        <p:spPr/>
        <p:txBody>
          <a:bodyPr/>
          <a:lstStyle/>
          <a:p>
            <a:fld id="{17E0C123-C35E-4A07-B3E5-366FB3DF3DBA}" type="slidenum">
              <a:rPr lang="tr-TR" smtClean="0"/>
              <a:t>‹#›</a:t>
            </a:fld>
            <a:endParaRPr lang="tr-TR"/>
          </a:p>
        </p:txBody>
      </p:sp>
    </p:spTree>
    <p:extLst>
      <p:ext uri="{BB962C8B-B14F-4D97-AF65-F5344CB8AC3E}">
        <p14:creationId xmlns:p14="http://schemas.microsoft.com/office/powerpoint/2010/main" val="12907844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8D194A7-247B-42DD-AD7E-310380777AA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tr-TR"/>
          </a:p>
        </p:txBody>
      </p:sp>
      <p:sp>
        <p:nvSpPr>
          <p:cNvPr id="3" name="Vertical Text Placeholder 2">
            <a:extLst>
              <a:ext uri="{FF2B5EF4-FFF2-40B4-BE49-F238E27FC236}">
                <a16:creationId xmlns:a16="http://schemas.microsoft.com/office/drawing/2014/main" id="{88C88CB7-D2AE-45E8-9775-C3B25854FE38}"/>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Date Placeholder 3">
            <a:extLst>
              <a:ext uri="{FF2B5EF4-FFF2-40B4-BE49-F238E27FC236}">
                <a16:creationId xmlns:a16="http://schemas.microsoft.com/office/drawing/2014/main" id="{13BE4D8C-BD65-44E6-B103-067BA8D6FF5D}"/>
              </a:ext>
            </a:extLst>
          </p:cNvPr>
          <p:cNvSpPr>
            <a:spLocks noGrp="1"/>
          </p:cNvSpPr>
          <p:nvPr>
            <p:ph type="dt" sz="half" idx="10"/>
          </p:nvPr>
        </p:nvSpPr>
        <p:spPr/>
        <p:txBody>
          <a:bodyPr/>
          <a:lstStyle/>
          <a:p>
            <a:fld id="{E299DF05-AE8E-4627-8093-ED9425A14793}" type="datetimeFigureOut">
              <a:rPr lang="tr-TR" smtClean="0"/>
              <a:t>5.06.2024</a:t>
            </a:fld>
            <a:endParaRPr lang="tr-TR"/>
          </a:p>
        </p:txBody>
      </p:sp>
      <p:sp>
        <p:nvSpPr>
          <p:cNvPr id="5" name="Footer Placeholder 4">
            <a:extLst>
              <a:ext uri="{FF2B5EF4-FFF2-40B4-BE49-F238E27FC236}">
                <a16:creationId xmlns:a16="http://schemas.microsoft.com/office/drawing/2014/main" id="{0D4560EB-3DAF-46AE-ACB0-D8928291C0D7}"/>
              </a:ext>
            </a:extLst>
          </p:cNvPr>
          <p:cNvSpPr>
            <a:spLocks noGrp="1"/>
          </p:cNvSpPr>
          <p:nvPr>
            <p:ph type="ftr" sz="quarter" idx="11"/>
          </p:nvPr>
        </p:nvSpPr>
        <p:spPr/>
        <p:txBody>
          <a:bodyPr/>
          <a:lstStyle/>
          <a:p>
            <a:endParaRPr lang="tr-TR"/>
          </a:p>
        </p:txBody>
      </p:sp>
      <p:sp>
        <p:nvSpPr>
          <p:cNvPr id="6" name="Slide Number Placeholder 5">
            <a:extLst>
              <a:ext uri="{FF2B5EF4-FFF2-40B4-BE49-F238E27FC236}">
                <a16:creationId xmlns:a16="http://schemas.microsoft.com/office/drawing/2014/main" id="{2882828C-439B-433E-9E5A-F1F6A30942BD}"/>
              </a:ext>
            </a:extLst>
          </p:cNvPr>
          <p:cNvSpPr>
            <a:spLocks noGrp="1"/>
          </p:cNvSpPr>
          <p:nvPr>
            <p:ph type="sldNum" sz="quarter" idx="12"/>
          </p:nvPr>
        </p:nvSpPr>
        <p:spPr/>
        <p:txBody>
          <a:bodyPr/>
          <a:lstStyle/>
          <a:p>
            <a:fld id="{17E0C123-C35E-4A07-B3E5-366FB3DF3DBA}" type="slidenum">
              <a:rPr lang="tr-TR" smtClean="0"/>
              <a:t>‹#›</a:t>
            </a:fld>
            <a:endParaRPr lang="tr-TR"/>
          </a:p>
        </p:txBody>
      </p:sp>
    </p:spTree>
    <p:extLst>
      <p:ext uri="{BB962C8B-B14F-4D97-AF65-F5344CB8AC3E}">
        <p14:creationId xmlns:p14="http://schemas.microsoft.com/office/powerpoint/2010/main" val="28988521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B994B5-4F09-4E3F-96BB-1BCC531D35C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tr-TR"/>
          </a:p>
        </p:txBody>
      </p:sp>
      <p:sp>
        <p:nvSpPr>
          <p:cNvPr id="3" name="Text Placeholder 2">
            <a:extLst>
              <a:ext uri="{FF2B5EF4-FFF2-40B4-BE49-F238E27FC236}">
                <a16:creationId xmlns:a16="http://schemas.microsoft.com/office/drawing/2014/main" id="{BE23C679-313C-45EA-9A89-5160607BE4C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Date Placeholder 3">
            <a:extLst>
              <a:ext uri="{FF2B5EF4-FFF2-40B4-BE49-F238E27FC236}">
                <a16:creationId xmlns:a16="http://schemas.microsoft.com/office/drawing/2014/main" id="{C9B410B6-CD07-4578-BCD9-89AC783B1F4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99DF05-AE8E-4627-8093-ED9425A14793}" type="datetimeFigureOut">
              <a:rPr lang="tr-TR" smtClean="0"/>
              <a:t>5.06.2024</a:t>
            </a:fld>
            <a:endParaRPr lang="tr-TR"/>
          </a:p>
        </p:txBody>
      </p:sp>
      <p:sp>
        <p:nvSpPr>
          <p:cNvPr id="5" name="Footer Placeholder 4">
            <a:extLst>
              <a:ext uri="{FF2B5EF4-FFF2-40B4-BE49-F238E27FC236}">
                <a16:creationId xmlns:a16="http://schemas.microsoft.com/office/drawing/2014/main" id="{18B86C2B-314D-495F-9C9F-AFA011B7E94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Slide Number Placeholder 5">
            <a:extLst>
              <a:ext uri="{FF2B5EF4-FFF2-40B4-BE49-F238E27FC236}">
                <a16:creationId xmlns:a16="http://schemas.microsoft.com/office/drawing/2014/main" id="{EEBC12DE-A1F2-4176-AE99-24205E75F91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7E0C123-C35E-4A07-B3E5-366FB3DF3DBA}" type="slidenum">
              <a:rPr lang="tr-TR" smtClean="0"/>
              <a:t>‹#›</a:t>
            </a:fld>
            <a:endParaRPr lang="tr-TR"/>
          </a:p>
        </p:txBody>
      </p:sp>
    </p:spTree>
    <p:extLst>
      <p:ext uri="{BB962C8B-B14F-4D97-AF65-F5344CB8AC3E}">
        <p14:creationId xmlns:p14="http://schemas.microsoft.com/office/powerpoint/2010/main" val="6093993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5.jpe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6.jpeg"/><Relationship Id="rId1" Type="http://schemas.openxmlformats.org/officeDocument/2006/relationships/slideLayout" Target="../slideLayouts/slideLayout2.xml"/><Relationship Id="rId4" Type="http://schemas.openxmlformats.org/officeDocument/2006/relationships/image" Target="../media/image17.jpeg"/></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22.jpeg"/><Relationship Id="rId5" Type="http://schemas.openxmlformats.org/officeDocument/2006/relationships/image" Target="../media/image21.jpeg"/><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png"/><Relationship Id="rId1" Type="http://schemas.openxmlformats.org/officeDocument/2006/relationships/slideLayout" Target="../slideLayouts/slideLayout2.xml"/><Relationship Id="rId5" Type="http://schemas.openxmlformats.org/officeDocument/2006/relationships/image" Target="../media/image30.jpeg"/><Relationship Id="rId4" Type="http://schemas.openxmlformats.org/officeDocument/2006/relationships/image" Target="../media/image29.jpeg"/></Relationships>
</file>

<file path=ppt/slides/_rels/slide2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32.png"/></Relationships>
</file>

<file path=ppt/slides/_rels/slide24.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3.jpeg"/><Relationship Id="rId1" Type="http://schemas.openxmlformats.org/officeDocument/2006/relationships/slideLayout" Target="../slideLayouts/slideLayout2.xml"/><Relationship Id="rId4" Type="http://schemas.openxmlformats.org/officeDocument/2006/relationships/image" Target="../media/image35.jpeg"/></Relationships>
</file>

<file path=ppt/slides/_rels/slide25.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3.jpg"/><Relationship Id="rId2" Type="http://schemas.openxmlformats.org/officeDocument/2006/relationships/image" Target="../media/image42.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5F4B75-619F-413E-A35D-2D35CF9EB2EC}"/>
              </a:ext>
            </a:extLst>
          </p:cNvPr>
          <p:cNvSpPr>
            <a:spLocks noGrp="1"/>
          </p:cNvSpPr>
          <p:nvPr>
            <p:ph type="ctrTitle"/>
          </p:nvPr>
        </p:nvSpPr>
        <p:spPr>
          <a:xfrm>
            <a:off x="1524000" y="978444"/>
            <a:ext cx="9144000" cy="3151744"/>
          </a:xfrm>
        </p:spPr>
        <p:txBody>
          <a:bodyPr>
            <a:normAutofit/>
          </a:bodyPr>
          <a:lstStyle/>
          <a:p>
            <a:r>
              <a:rPr lang="en-US" sz="2400" b="1" dirty="0">
                <a:solidFill>
                  <a:srgbClr val="000000"/>
                </a:solidFill>
                <a:effectLst>
                  <a:outerShdw blurRad="38100" dist="38100" dir="2700000" algn="tl">
                    <a:srgbClr val="000000">
                      <a:alpha val="43137"/>
                    </a:srgbClr>
                  </a:outerShdw>
                </a:effectLst>
                <a:cs typeface="Times New Roman" panose="02020603050405020304" pitchFamily="18" charset="0"/>
              </a:rPr>
              <a:t>YILDIZ TECHNICAL UNIVERSITY</a:t>
            </a:r>
            <a:br>
              <a:rPr lang="en-US" sz="2400" b="1" dirty="0">
                <a:solidFill>
                  <a:srgbClr val="000000"/>
                </a:solidFill>
                <a:effectLst>
                  <a:outerShdw blurRad="38100" dist="38100" dir="2700000" algn="tl">
                    <a:srgbClr val="000000">
                      <a:alpha val="43137"/>
                    </a:srgbClr>
                  </a:outerShdw>
                </a:effectLst>
                <a:cs typeface="Times New Roman" panose="02020603050405020304" pitchFamily="18" charset="0"/>
              </a:rPr>
            </a:br>
            <a:r>
              <a:rPr lang="en-US" sz="2400" b="1" dirty="0">
                <a:solidFill>
                  <a:srgbClr val="000000"/>
                </a:solidFill>
                <a:effectLst>
                  <a:outerShdw blurRad="38100" dist="38100" dir="2700000" algn="tl">
                    <a:srgbClr val="000000">
                      <a:alpha val="43137"/>
                    </a:srgbClr>
                  </a:outerShdw>
                </a:effectLst>
                <a:cs typeface="Times New Roman" panose="02020603050405020304" pitchFamily="18" charset="0"/>
              </a:rPr>
              <a:t>FACULTY OF ELECTRICAL-ELECTRONICS ENGINEERING</a:t>
            </a:r>
            <a:br>
              <a:rPr lang="en-US" sz="2400" b="1" dirty="0">
                <a:solidFill>
                  <a:srgbClr val="000000"/>
                </a:solidFill>
                <a:effectLst>
                  <a:outerShdw blurRad="38100" dist="38100" dir="2700000" algn="tl">
                    <a:srgbClr val="000000">
                      <a:alpha val="43137"/>
                    </a:srgbClr>
                  </a:outerShdw>
                </a:effectLst>
                <a:cs typeface="Times New Roman" panose="02020603050405020304" pitchFamily="18" charset="0"/>
              </a:rPr>
            </a:br>
            <a:r>
              <a:rPr lang="en-US" sz="2400" b="1" dirty="0">
                <a:solidFill>
                  <a:srgbClr val="000000"/>
                </a:solidFill>
                <a:effectLst>
                  <a:outerShdw blurRad="38100" dist="38100" dir="2700000" algn="tl">
                    <a:srgbClr val="000000">
                      <a:alpha val="43137"/>
                    </a:srgbClr>
                  </a:outerShdw>
                </a:effectLst>
                <a:cs typeface="Times New Roman" panose="02020603050405020304" pitchFamily="18" charset="0"/>
              </a:rPr>
              <a:t>DEPARTMENT OF CONTROL AND AUTOMATION ENGINEERING</a:t>
            </a:r>
            <a:br>
              <a:rPr lang="tr-TR" sz="2400" b="1" dirty="0">
                <a:solidFill>
                  <a:srgbClr val="000000"/>
                </a:solidFill>
                <a:effectLst>
                  <a:outerShdw blurRad="38100" dist="38100" dir="2700000" algn="tl">
                    <a:srgbClr val="000000">
                      <a:alpha val="43137"/>
                    </a:srgbClr>
                  </a:outerShdw>
                </a:effectLst>
                <a:cs typeface="Times New Roman" panose="02020603050405020304" pitchFamily="18" charset="0"/>
              </a:rPr>
            </a:br>
            <a:br>
              <a:rPr lang="tr-TR" sz="2400" b="1" dirty="0">
                <a:solidFill>
                  <a:srgbClr val="000000"/>
                </a:solidFill>
                <a:effectLst>
                  <a:outerShdw blurRad="38100" dist="38100" dir="2700000" algn="tl">
                    <a:srgbClr val="000000">
                      <a:alpha val="43137"/>
                    </a:srgbClr>
                  </a:outerShdw>
                </a:effectLst>
                <a:cs typeface="Times New Roman" panose="02020603050405020304" pitchFamily="18" charset="0"/>
              </a:rPr>
            </a:br>
            <a:br>
              <a:rPr lang="tr-TR" sz="2400" b="1" dirty="0">
                <a:solidFill>
                  <a:srgbClr val="000000"/>
                </a:solidFill>
                <a:effectLst>
                  <a:outerShdw blurRad="38100" dist="38100" dir="2700000" algn="tl">
                    <a:srgbClr val="000000">
                      <a:alpha val="43137"/>
                    </a:srgbClr>
                  </a:outerShdw>
                </a:effectLst>
                <a:cs typeface="Times New Roman" panose="02020603050405020304" pitchFamily="18" charset="0"/>
              </a:rPr>
            </a:br>
            <a:br>
              <a:rPr lang="en-US" sz="2400" b="1" dirty="0">
                <a:solidFill>
                  <a:srgbClr val="000000"/>
                </a:solidFill>
                <a:effectLst>
                  <a:outerShdw blurRad="38100" dist="38100" dir="2700000" algn="tl">
                    <a:srgbClr val="000000">
                      <a:alpha val="43137"/>
                    </a:srgbClr>
                  </a:outerShdw>
                </a:effectLst>
                <a:cs typeface="Times New Roman" panose="02020603050405020304" pitchFamily="18" charset="0"/>
              </a:rPr>
            </a:br>
            <a:r>
              <a:rPr lang="en-US" sz="2400" b="1" dirty="0">
                <a:solidFill>
                  <a:srgbClr val="000000"/>
                </a:solidFill>
                <a:effectLst>
                  <a:outerShdw blurRad="38100" dist="38100" dir="2700000" algn="tl">
                    <a:srgbClr val="000000">
                      <a:alpha val="43137"/>
                    </a:srgbClr>
                  </a:outerShdw>
                </a:effectLst>
                <a:cs typeface="Times New Roman" panose="02020603050405020304" pitchFamily="18" charset="0"/>
              </a:rPr>
              <a:t> </a:t>
            </a:r>
            <a:r>
              <a:rPr lang="tr-TR" sz="2400" b="1" dirty="0">
                <a:solidFill>
                  <a:srgbClr val="000000"/>
                </a:solidFill>
                <a:effectLst>
                  <a:outerShdw blurRad="38100" dist="38100" dir="2700000" algn="tl">
                    <a:srgbClr val="000000">
                      <a:alpha val="43137"/>
                    </a:srgbClr>
                  </a:outerShdw>
                </a:effectLst>
                <a:cs typeface="Times New Roman" panose="02020603050405020304" pitchFamily="18" charset="0"/>
              </a:rPr>
              <a:t>ÇEYREK TAŞIT AKTİF SÜSPANSİYON SİSTEMİ OPTİMAL KONTROLÜ</a:t>
            </a:r>
            <a:endParaRPr lang="tr-TR" sz="2400" b="1" dirty="0">
              <a:effectLst>
                <a:outerShdw blurRad="38100" dist="38100" dir="2700000" algn="tl">
                  <a:srgbClr val="000000">
                    <a:alpha val="43137"/>
                  </a:srgbClr>
                </a:outerShdw>
              </a:effectLst>
            </a:endParaRPr>
          </a:p>
        </p:txBody>
      </p:sp>
      <p:sp>
        <p:nvSpPr>
          <p:cNvPr id="3" name="Subtitle 2">
            <a:extLst>
              <a:ext uri="{FF2B5EF4-FFF2-40B4-BE49-F238E27FC236}">
                <a16:creationId xmlns:a16="http://schemas.microsoft.com/office/drawing/2014/main" id="{9C19C9A9-FD0F-4F6E-A6AF-29F3BF1A9D12}"/>
              </a:ext>
            </a:extLst>
          </p:cNvPr>
          <p:cNvSpPr>
            <a:spLocks noGrp="1"/>
          </p:cNvSpPr>
          <p:nvPr>
            <p:ph type="subTitle" idx="1"/>
          </p:nvPr>
        </p:nvSpPr>
        <p:spPr>
          <a:xfrm>
            <a:off x="1524000" y="4582426"/>
            <a:ext cx="9144000" cy="1655762"/>
          </a:xfrm>
        </p:spPr>
        <p:txBody>
          <a:bodyPr/>
          <a:lstStyle/>
          <a:p>
            <a:r>
              <a:rPr lang="tr-TR" sz="1800" dirty="0">
                <a:solidFill>
                  <a:srgbClr val="000000"/>
                </a:solidFill>
                <a:cs typeface="Times New Roman" panose="02020603050405020304" pitchFamily="18" charset="0"/>
              </a:rPr>
              <a:t>Danışman</a:t>
            </a:r>
            <a:r>
              <a:rPr lang="en-US" sz="1800" dirty="0">
                <a:solidFill>
                  <a:srgbClr val="000000"/>
                </a:solidFill>
                <a:cs typeface="Times New Roman" panose="02020603050405020304" pitchFamily="18" charset="0"/>
              </a:rPr>
              <a:t>: Dr. </a:t>
            </a:r>
            <a:r>
              <a:rPr lang="tr-TR" sz="1800" dirty="0">
                <a:solidFill>
                  <a:srgbClr val="000000"/>
                </a:solidFill>
                <a:cs typeface="Times New Roman" panose="02020603050405020304" pitchFamily="18" charset="0"/>
              </a:rPr>
              <a:t>Bilal EROL</a:t>
            </a:r>
            <a:endParaRPr lang="en-US" sz="1800" dirty="0">
              <a:solidFill>
                <a:srgbClr val="000000"/>
              </a:solidFill>
              <a:cs typeface="Times New Roman" panose="02020603050405020304" pitchFamily="18" charset="0"/>
            </a:endParaRPr>
          </a:p>
          <a:p>
            <a:r>
              <a:rPr lang="tr-TR" sz="1800" dirty="0">
                <a:solidFill>
                  <a:srgbClr val="000000"/>
                </a:solidFill>
                <a:cs typeface="Times New Roman" panose="02020603050405020304" pitchFamily="18" charset="0"/>
              </a:rPr>
              <a:t>19015609</a:t>
            </a:r>
            <a:r>
              <a:rPr lang="en-US" sz="1800" dirty="0">
                <a:solidFill>
                  <a:srgbClr val="000000"/>
                </a:solidFill>
                <a:cs typeface="Times New Roman" panose="02020603050405020304" pitchFamily="18" charset="0"/>
              </a:rPr>
              <a:t> – </a:t>
            </a:r>
            <a:r>
              <a:rPr lang="tr-TR" sz="1800" dirty="0">
                <a:solidFill>
                  <a:srgbClr val="000000"/>
                </a:solidFill>
                <a:cs typeface="Times New Roman" panose="02020603050405020304" pitchFamily="18" charset="0"/>
              </a:rPr>
              <a:t>Yusuf KOCABIYIK	</a:t>
            </a:r>
          </a:p>
          <a:p>
            <a:r>
              <a:rPr lang="tr-TR" sz="1800" dirty="0">
                <a:solidFill>
                  <a:srgbClr val="000000"/>
                </a:solidFill>
                <a:cs typeface="Times New Roman" panose="02020603050405020304" pitchFamily="18" charset="0"/>
              </a:rPr>
              <a:t>19015068 – </a:t>
            </a:r>
            <a:r>
              <a:rPr lang="tr-TR" sz="1800" dirty="0" err="1">
                <a:solidFill>
                  <a:srgbClr val="000000"/>
                </a:solidFill>
                <a:cs typeface="Times New Roman" panose="02020603050405020304" pitchFamily="18" charset="0"/>
              </a:rPr>
              <a:t>Yiğitalp</a:t>
            </a:r>
            <a:r>
              <a:rPr lang="tr-TR" sz="1800" dirty="0">
                <a:solidFill>
                  <a:srgbClr val="000000"/>
                </a:solidFill>
                <a:cs typeface="Times New Roman" panose="02020603050405020304" pitchFamily="18" charset="0"/>
              </a:rPr>
              <a:t> ÖZKAN</a:t>
            </a:r>
          </a:p>
          <a:p>
            <a:endParaRPr lang="tr-TR" dirty="0"/>
          </a:p>
        </p:txBody>
      </p:sp>
      <p:pic>
        <p:nvPicPr>
          <p:cNvPr id="4" name="Picture 3">
            <a:extLst>
              <a:ext uri="{FF2B5EF4-FFF2-40B4-BE49-F238E27FC236}">
                <a16:creationId xmlns:a16="http://schemas.microsoft.com/office/drawing/2014/main" id="{BE7278FA-BF7F-F9D2-44EF-F6DFD450B63E}"/>
              </a:ext>
            </a:extLst>
          </p:cNvPr>
          <p:cNvPicPr>
            <a:picLocks noChangeAspect="1"/>
          </p:cNvPicPr>
          <p:nvPr/>
        </p:nvPicPr>
        <p:blipFill>
          <a:blip r:embed="rId2"/>
          <a:stretch>
            <a:fillRect/>
          </a:stretch>
        </p:blipFill>
        <p:spPr>
          <a:xfrm>
            <a:off x="5567422" y="309553"/>
            <a:ext cx="1057156" cy="1064653"/>
          </a:xfrm>
          <a:prstGeom prst="rect">
            <a:avLst/>
          </a:prstGeom>
        </p:spPr>
      </p:pic>
      <p:sp>
        <p:nvSpPr>
          <p:cNvPr id="5" name="TextBox 6">
            <a:extLst>
              <a:ext uri="{FF2B5EF4-FFF2-40B4-BE49-F238E27FC236}">
                <a16:creationId xmlns:a16="http://schemas.microsoft.com/office/drawing/2014/main" id="{3EDFF958-1C22-5FD5-523D-F294211E98C6}"/>
              </a:ext>
            </a:extLst>
          </p:cNvPr>
          <p:cNvSpPr txBox="1"/>
          <p:nvPr/>
        </p:nvSpPr>
        <p:spPr>
          <a:xfrm>
            <a:off x="3047308" y="6153347"/>
            <a:ext cx="6097384" cy="461665"/>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pPr>
            <a:r>
              <a:rPr lang="en-US" sz="1200" b="1" dirty="0">
                <a:solidFill>
                  <a:srgbClr val="000000"/>
                </a:solidFill>
                <a:cs typeface="Times New Roman" panose="02020603050405020304" pitchFamily="18" charset="0"/>
              </a:rPr>
              <a:t>GRADUATION PROJECT </a:t>
            </a:r>
            <a:endParaRPr lang="tr-TR" sz="1200" b="1" dirty="0">
              <a:solidFill>
                <a:srgbClr val="000000"/>
              </a:solidFill>
              <a:cs typeface="Times New Roman" panose="02020603050405020304" pitchFamily="18" charset="0"/>
            </a:endParaRPr>
          </a:p>
          <a:p>
            <a:pPr algn="ctr">
              <a:lnSpc>
                <a:spcPct val="100000"/>
              </a:lnSpc>
            </a:pPr>
            <a:r>
              <a:rPr lang="tr-TR" sz="1200" dirty="0" err="1">
                <a:solidFill>
                  <a:srgbClr val="000000"/>
                </a:solidFill>
                <a:cs typeface="Times New Roman" panose="02020603050405020304" pitchFamily="18" charset="0"/>
              </a:rPr>
              <a:t>Istanbul</a:t>
            </a:r>
            <a:r>
              <a:rPr lang="tr-TR" sz="1200" dirty="0">
                <a:solidFill>
                  <a:srgbClr val="000000"/>
                </a:solidFill>
                <a:cs typeface="Times New Roman" panose="02020603050405020304" pitchFamily="18" charset="0"/>
              </a:rPr>
              <a:t>, 2023</a:t>
            </a:r>
            <a:endParaRPr lang="en-US" sz="1200" dirty="0">
              <a:cs typeface="Times New Roman" panose="02020603050405020304" pitchFamily="18" charset="0"/>
            </a:endParaRPr>
          </a:p>
        </p:txBody>
      </p:sp>
    </p:spTree>
    <p:extLst>
      <p:ext uri="{BB962C8B-B14F-4D97-AF65-F5344CB8AC3E}">
        <p14:creationId xmlns:p14="http://schemas.microsoft.com/office/powerpoint/2010/main" val="13813378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94CCC-2A8E-4DE6-81DD-C13DB3F2F04D}"/>
              </a:ext>
            </a:extLst>
          </p:cNvPr>
          <p:cNvSpPr>
            <a:spLocks noGrp="1"/>
          </p:cNvSpPr>
          <p:nvPr>
            <p:ph type="title"/>
          </p:nvPr>
        </p:nvSpPr>
        <p:spPr>
          <a:xfrm>
            <a:off x="838200" y="138882"/>
            <a:ext cx="10515600" cy="1325563"/>
          </a:xfrm>
        </p:spPr>
        <p:txBody>
          <a:bodyPr/>
          <a:lstStyle/>
          <a:p>
            <a:r>
              <a:rPr lang="tr-TR" b="1" dirty="0">
                <a:effectLst>
                  <a:outerShdw blurRad="38100" dist="38100" dir="2700000" algn="tl">
                    <a:srgbClr val="000000">
                      <a:alpha val="43137"/>
                    </a:srgbClr>
                  </a:outerShdw>
                </a:effectLst>
              </a:rPr>
              <a:t>İÇERİK</a:t>
            </a:r>
          </a:p>
        </p:txBody>
      </p:sp>
      <p:sp>
        <p:nvSpPr>
          <p:cNvPr id="3" name="Content Placeholder 2">
            <a:extLst>
              <a:ext uri="{FF2B5EF4-FFF2-40B4-BE49-F238E27FC236}">
                <a16:creationId xmlns:a16="http://schemas.microsoft.com/office/drawing/2014/main" id="{71298DA7-2421-4FAF-B9C8-68063D2B517C}"/>
              </a:ext>
            </a:extLst>
          </p:cNvPr>
          <p:cNvSpPr>
            <a:spLocks noGrp="1"/>
          </p:cNvSpPr>
          <p:nvPr>
            <p:ph idx="1"/>
          </p:nvPr>
        </p:nvSpPr>
        <p:spPr>
          <a:xfrm>
            <a:off x="838200" y="1659118"/>
            <a:ext cx="11001866" cy="4628560"/>
          </a:xfrm>
        </p:spPr>
        <p:txBody>
          <a:bodyPr>
            <a:normAutofit lnSpcReduction="10000"/>
          </a:bodyPr>
          <a:lstStyle/>
          <a:p>
            <a:r>
              <a:rPr lang="tr-TR" sz="3000" dirty="0"/>
              <a:t>Giriş</a:t>
            </a:r>
          </a:p>
          <a:p>
            <a:r>
              <a:rPr lang="tr-TR" sz="3000" dirty="0"/>
              <a:t>Amaç</a:t>
            </a:r>
          </a:p>
          <a:p>
            <a:r>
              <a:rPr lang="tr-TR" sz="3000" dirty="0"/>
              <a:t>Yöntem</a:t>
            </a:r>
          </a:p>
          <a:p>
            <a:r>
              <a:rPr lang="tr-TR" sz="3000" dirty="0"/>
              <a:t>Literatür araştırması</a:t>
            </a:r>
          </a:p>
          <a:p>
            <a:r>
              <a:rPr lang="tr-TR" sz="3000" dirty="0"/>
              <a:t>Sistem modelleme</a:t>
            </a:r>
          </a:p>
          <a:p>
            <a:r>
              <a:rPr lang="tr-TR" sz="3000" dirty="0"/>
              <a:t>Optimizasyon</a:t>
            </a:r>
          </a:p>
          <a:p>
            <a:r>
              <a:rPr lang="tr-TR" sz="3000" dirty="0"/>
              <a:t>Kontrolcü tasarımı</a:t>
            </a:r>
          </a:p>
          <a:p>
            <a:r>
              <a:rPr lang="tr-TR" sz="3000" dirty="0"/>
              <a:t>Simülasyon çıktıları</a:t>
            </a:r>
          </a:p>
          <a:p>
            <a:r>
              <a:rPr lang="tr-TR" sz="3000" dirty="0"/>
              <a:t>Sonuç</a:t>
            </a:r>
          </a:p>
          <a:p>
            <a:endParaRPr lang="tr-TR" dirty="0"/>
          </a:p>
        </p:txBody>
      </p:sp>
    </p:spTree>
    <p:extLst>
      <p:ext uri="{BB962C8B-B14F-4D97-AF65-F5344CB8AC3E}">
        <p14:creationId xmlns:p14="http://schemas.microsoft.com/office/powerpoint/2010/main" val="6948061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DC54F-E789-4649-B915-592A6FF666AF}"/>
              </a:ext>
            </a:extLst>
          </p:cNvPr>
          <p:cNvSpPr>
            <a:spLocks noGrp="1"/>
          </p:cNvSpPr>
          <p:nvPr>
            <p:ph type="title"/>
          </p:nvPr>
        </p:nvSpPr>
        <p:spPr/>
        <p:txBody>
          <a:bodyPr/>
          <a:lstStyle/>
          <a:p>
            <a:r>
              <a:rPr lang="tr-TR" b="1" dirty="0">
                <a:effectLst>
                  <a:outerShdw blurRad="38100" dist="38100" dir="2700000" algn="tl">
                    <a:srgbClr val="000000">
                      <a:alpha val="43137"/>
                    </a:srgbClr>
                  </a:outerShdw>
                </a:effectLst>
              </a:rPr>
              <a:t>Giriş</a:t>
            </a:r>
          </a:p>
        </p:txBody>
      </p:sp>
      <p:sp>
        <p:nvSpPr>
          <p:cNvPr id="3" name="Content Placeholder 2">
            <a:extLst>
              <a:ext uri="{FF2B5EF4-FFF2-40B4-BE49-F238E27FC236}">
                <a16:creationId xmlns:a16="http://schemas.microsoft.com/office/drawing/2014/main" id="{429FB12C-1C29-4187-BED6-11CB6ACD947F}"/>
              </a:ext>
            </a:extLst>
          </p:cNvPr>
          <p:cNvSpPr>
            <a:spLocks noGrp="1"/>
          </p:cNvSpPr>
          <p:nvPr>
            <p:ph idx="1"/>
          </p:nvPr>
        </p:nvSpPr>
        <p:spPr/>
        <p:txBody>
          <a:bodyPr>
            <a:normAutofit/>
          </a:bodyPr>
          <a:lstStyle/>
          <a:p>
            <a:r>
              <a:rPr lang="tr-TR" dirty="0"/>
              <a:t>Aktif süspansiyon sistemleri, araç konforunu ve yol tutuşunu artırmak amacıyla geliştirilmiş önemli teknolojik yeniliklerden biridir. Zamanla pasif süspansiyon sistemlerine kıyasla daha üstün performans sunarak otomotiv sektöründe yaygın bir kullanım alanı bulmuştur.</a:t>
            </a:r>
          </a:p>
          <a:p>
            <a:r>
              <a:rPr lang="tr-TR" dirty="0"/>
              <a:t>Literatürde aktif süspansiyon sistemleri üzerine yapılan araştırmalar, genellikle bu sistemlerin matematiksel modellenmesi ve çeşitli kontrol stratejileri kullanılarak performanslarının iyileştirilmesi üzerine odaklanmaktadır. </a:t>
            </a:r>
          </a:p>
        </p:txBody>
      </p:sp>
    </p:spTree>
    <p:extLst>
      <p:ext uri="{BB962C8B-B14F-4D97-AF65-F5344CB8AC3E}">
        <p14:creationId xmlns:p14="http://schemas.microsoft.com/office/powerpoint/2010/main" val="1854087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2A83F-4C99-4766-8B1B-E952448B8DF2}"/>
              </a:ext>
            </a:extLst>
          </p:cNvPr>
          <p:cNvSpPr>
            <a:spLocks noGrp="1"/>
          </p:cNvSpPr>
          <p:nvPr>
            <p:ph type="title"/>
          </p:nvPr>
        </p:nvSpPr>
        <p:spPr/>
        <p:txBody>
          <a:bodyPr/>
          <a:lstStyle/>
          <a:p>
            <a:r>
              <a:rPr lang="tr-TR" b="1" dirty="0">
                <a:effectLst>
                  <a:outerShdw blurRad="38100" dist="38100" dir="2700000" algn="tl">
                    <a:srgbClr val="000000">
                      <a:alpha val="43137"/>
                    </a:srgbClr>
                  </a:outerShdw>
                </a:effectLst>
              </a:rPr>
              <a:t>Amaç </a:t>
            </a:r>
          </a:p>
        </p:txBody>
      </p:sp>
      <p:sp>
        <p:nvSpPr>
          <p:cNvPr id="3" name="Content Placeholder 2">
            <a:extLst>
              <a:ext uri="{FF2B5EF4-FFF2-40B4-BE49-F238E27FC236}">
                <a16:creationId xmlns:a16="http://schemas.microsoft.com/office/drawing/2014/main" id="{FAC2AB5E-A6CE-4501-AA0E-0E5098E6111E}"/>
              </a:ext>
            </a:extLst>
          </p:cNvPr>
          <p:cNvSpPr>
            <a:spLocks noGrp="1"/>
          </p:cNvSpPr>
          <p:nvPr>
            <p:ph idx="1"/>
          </p:nvPr>
        </p:nvSpPr>
        <p:spPr/>
        <p:txBody>
          <a:bodyPr/>
          <a:lstStyle/>
          <a:p>
            <a:r>
              <a:rPr lang="tr-TR" dirty="0"/>
              <a:t>Ağır iş yapan araçlarda (</a:t>
            </a:r>
            <a:r>
              <a:rPr lang="tr-TR" dirty="0" err="1"/>
              <a:t>kamyon,tır</a:t>
            </a:r>
            <a:r>
              <a:rPr lang="tr-TR" dirty="0"/>
              <a:t>, traktör vb.) kullanılan pasif süspansiyon sistemlerinin yetersizliklerini gidermek ve yol tutuşunu ile sürüş konforunu artırmak için aktif süspansiyon sistemi geliştirmektir.</a:t>
            </a:r>
          </a:p>
          <a:p>
            <a:r>
              <a:rPr lang="tr-TR" dirty="0"/>
              <a:t>Çalışmamızdaki amaç  aktif süspansiyonun kontrolünün sağlanması için üç farklı kontrolcü tasarlayıp aralarında performans sonuçlarını kıyaslayarak en başarılı olan kontrolcüyü belirlemek olacaktır.</a:t>
            </a:r>
          </a:p>
          <a:p>
            <a:endParaRPr lang="tr-TR" dirty="0"/>
          </a:p>
          <a:p>
            <a:pPr marL="0" indent="0">
              <a:buNone/>
            </a:pPr>
            <a:r>
              <a:rPr lang="tr-TR" dirty="0"/>
              <a:t>  </a:t>
            </a:r>
          </a:p>
        </p:txBody>
      </p:sp>
    </p:spTree>
    <p:extLst>
      <p:ext uri="{BB962C8B-B14F-4D97-AF65-F5344CB8AC3E}">
        <p14:creationId xmlns:p14="http://schemas.microsoft.com/office/powerpoint/2010/main" val="1909519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903978-4E72-4B54-950A-655504F035B0}"/>
              </a:ext>
            </a:extLst>
          </p:cNvPr>
          <p:cNvSpPr>
            <a:spLocks noGrp="1"/>
          </p:cNvSpPr>
          <p:nvPr>
            <p:ph type="title"/>
          </p:nvPr>
        </p:nvSpPr>
        <p:spPr/>
        <p:txBody>
          <a:bodyPr/>
          <a:lstStyle/>
          <a:p>
            <a:r>
              <a:rPr lang="tr-TR" b="1" dirty="0">
                <a:effectLst>
                  <a:outerShdw blurRad="38100" dist="38100" dir="2700000" algn="tl">
                    <a:srgbClr val="000000">
                      <a:alpha val="43137"/>
                    </a:srgbClr>
                  </a:outerShdw>
                </a:effectLst>
              </a:rPr>
              <a:t>Literatür araştırması</a:t>
            </a:r>
          </a:p>
        </p:txBody>
      </p:sp>
      <p:sp>
        <p:nvSpPr>
          <p:cNvPr id="3" name="Content Placeholder 2">
            <a:extLst>
              <a:ext uri="{FF2B5EF4-FFF2-40B4-BE49-F238E27FC236}">
                <a16:creationId xmlns:a16="http://schemas.microsoft.com/office/drawing/2014/main" id="{B14E6A27-2E60-43FD-BE30-09B6F76F9C5C}"/>
              </a:ext>
            </a:extLst>
          </p:cNvPr>
          <p:cNvSpPr>
            <a:spLocks noGrp="1"/>
          </p:cNvSpPr>
          <p:nvPr>
            <p:ph idx="1"/>
          </p:nvPr>
        </p:nvSpPr>
        <p:spPr/>
        <p:txBody>
          <a:bodyPr>
            <a:normAutofit fontScale="55000" lnSpcReduction="20000"/>
          </a:bodyPr>
          <a:lstStyle/>
          <a:p>
            <a:r>
              <a:rPr lang="tr-TR" dirty="0"/>
              <a:t>[1] </a:t>
            </a:r>
            <a:r>
              <a:rPr lang="tr-TR" dirty="0" err="1"/>
              <a:t>Provatas</a:t>
            </a:r>
            <a:r>
              <a:rPr lang="tr-TR" dirty="0"/>
              <a:t>, V.; </a:t>
            </a:r>
            <a:r>
              <a:rPr lang="tr-TR" dirty="0" err="1"/>
              <a:t>Ipsakis</a:t>
            </a:r>
            <a:r>
              <a:rPr lang="tr-TR" dirty="0"/>
              <a:t>, D. Design </a:t>
            </a:r>
            <a:r>
              <a:rPr lang="tr-TR" dirty="0" err="1"/>
              <a:t>and</a:t>
            </a:r>
            <a:r>
              <a:rPr lang="tr-TR" dirty="0"/>
              <a:t> </a:t>
            </a:r>
            <a:r>
              <a:rPr lang="tr-TR" dirty="0" err="1"/>
              <a:t>Simulation</a:t>
            </a:r>
            <a:r>
              <a:rPr lang="tr-TR" dirty="0"/>
              <a:t> of a Feedback Controller </a:t>
            </a:r>
            <a:r>
              <a:rPr lang="tr-TR" dirty="0" err="1"/>
              <a:t>for</a:t>
            </a:r>
            <a:r>
              <a:rPr lang="tr-TR" dirty="0"/>
              <a:t> an Active </a:t>
            </a:r>
            <a:r>
              <a:rPr lang="tr-TR" dirty="0" err="1"/>
              <a:t>Suspension</a:t>
            </a:r>
            <a:r>
              <a:rPr lang="tr-TR" dirty="0"/>
              <a:t> </a:t>
            </a:r>
            <a:r>
              <a:rPr lang="tr-TR" dirty="0" err="1"/>
              <a:t>System</a:t>
            </a:r>
            <a:r>
              <a:rPr lang="tr-TR" dirty="0"/>
              <a:t>: A </a:t>
            </a:r>
            <a:r>
              <a:rPr lang="tr-TR" dirty="0" err="1"/>
              <a:t>Simplified</a:t>
            </a:r>
            <a:r>
              <a:rPr lang="tr-TR" dirty="0"/>
              <a:t> </a:t>
            </a:r>
            <a:r>
              <a:rPr lang="tr-TR" dirty="0" err="1"/>
              <a:t>Approach</a:t>
            </a:r>
            <a:r>
              <a:rPr lang="tr-TR" dirty="0"/>
              <a:t>. </a:t>
            </a:r>
            <a:r>
              <a:rPr lang="tr-TR" dirty="0" err="1"/>
              <a:t>Processes</a:t>
            </a:r>
            <a:r>
              <a:rPr lang="tr-TR" dirty="0"/>
              <a:t> 2023, 11, 2715. </a:t>
            </a:r>
          </a:p>
          <a:p>
            <a:r>
              <a:rPr lang="tr-TR" dirty="0"/>
              <a:t>[2] </a:t>
            </a:r>
            <a:r>
              <a:rPr lang="tr-TR" dirty="0" err="1"/>
              <a:t>Mokhtar</a:t>
            </a:r>
            <a:r>
              <a:rPr lang="tr-TR" dirty="0"/>
              <a:t>, M.O.A. &amp; </a:t>
            </a:r>
            <a:r>
              <a:rPr lang="tr-TR" dirty="0" err="1"/>
              <a:t>Ibrahim</a:t>
            </a:r>
            <a:r>
              <a:rPr lang="tr-TR" dirty="0"/>
              <a:t>, I.M. &amp; El-</a:t>
            </a:r>
            <a:r>
              <a:rPr lang="tr-TR" dirty="0" err="1"/>
              <a:t>Butch</a:t>
            </a:r>
            <a:r>
              <a:rPr lang="tr-TR" dirty="0"/>
              <a:t>, A.M.. (2000). New </a:t>
            </a:r>
            <a:r>
              <a:rPr lang="tr-TR" dirty="0" err="1"/>
              <a:t>Suspension</a:t>
            </a:r>
            <a:r>
              <a:rPr lang="tr-TR" dirty="0"/>
              <a:t> Design </a:t>
            </a:r>
            <a:r>
              <a:rPr lang="tr-TR" dirty="0" err="1"/>
              <a:t>for</a:t>
            </a:r>
            <a:r>
              <a:rPr lang="tr-TR" dirty="0"/>
              <a:t> </a:t>
            </a:r>
            <a:r>
              <a:rPr lang="tr-TR" dirty="0" err="1"/>
              <a:t>Heavy</a:t>
            </a:r>
            <a:r>
              <a:rPr lang="tr-TR" dirty="0"/>
              <a:t> </a:t>
            </a:r>
            <a:r>
              <a:rPr lang="tr-TR" dirty="0" err="1"/>
              <a:t>Duty</a:t>
            </a:r>
            <a:r>
              <a:rPr lang="tr-TR" dirty="0"/>
              <a:t> </a:t>
            </a:r>
            <a:r>
              <a:rPr lang="tr-TR" dirty="0" err="1"/>
              <a:t>Trucks</a:t>
            </a:r>
            <a:r>
              <a:rPr lang="tr-TR" dirty="0"/>
              <a:t>: </a:t>
            </a:r>
            <a:r>
              <a:rPr lang="tr-TR" dirty="0" err="1"/>
              <a:t>Dynamic</a:t>
            </a:r>
            <a:r>
              <a:rPr lang="tr-TR" dirty="0"/>
              <a:t> </a:t>
            </a:r>
            <a:r>
              <a:rPr lang="tr-TR" dirty="0" err="1"/>
              <a:t>Considerations</a:t>
            </a:r>
            <a:r>
              <a:rPr lang="tr-TR" dirty="0"/>
              <a:t>. SAE Technical </a:t>
            </a:r>
            <a:r>
              <a:rPr lang="tr-TR" dirty="0" err="1"/>
              <a:t>Papers</a:t>
            </a:r>
            <a:r>
              <a:rPr lang="tr-TR" dirty="0"/>
              <a:t>. 10.4271/2000-01-3447. </a:t>
            </a:r>
          </a:p>
          <a:p>
            <a:r>
              <a:rPr lang="tr-TR" dirty="0"/>
              <a:t>[3] Yusuf </a:t>
            </a:r>
            <a:r>
              <a:rPr lang="tr-TR" dirty="0" err="1"/>
              <a:t>Altun</a:t>
            </a:r>
            <a:r>
              <a:rPr lang="tr-TR" dirty="0"/>
              <a:t>, Doç. Dr. (2017). Çeyrek taşıt aktif süspansiyon sistemi için LQR ve LQI denetleyicilerinin karşılaştırılması. Gazi Üniversitesi Fen Bilimleri Dergisi </a:t>
            </a:r>
            <a:r>
              <a:rPr lang="tr-TR" dirty="0" err="1"/>
              <a:t>Part</a:t>
            </a:r>
            <a:r>
              <a:rPr lang="tr-TR" dirty="0"/>
              <a:t> C: Tasarım ve Teknoloji. 5. 61-70. </a:t>
            </a:r>
          </a:p>
          <a:p>
            <a:r>
              <a:rPr lang="tr-TR" dirty="0"/>
              <a:t>[4] </a:t>
            </a:r>
            <a:r>
              <a:rPr lang="tr-TR" dirty="0" err="1"/>
              <a:t>Zhao</a:t>
            </a:r>
            <a:r>
              <a:rPr lang="tr-TR" dirty="0"/>
              <a:t>, W.; </a:t>
            </a:r>
            <a:r>
              <a:rPr lang="tr-TR" dirty="0" err="1"/>
              <a:t>Gu</a:t>
            </a:r>
            <a:r>
              <a:rPr lang="tr-TR" dirty="0"/>
              <a:t>, L. </a:t>
            </a:r>
            <a:r>
              <a:rPr lang="tr-TR" dirty="0" err="1"/>
              <a:t>Hybrid</a:t>
            </a:r>
            <a:r>
              <a:rPr lang="tr-TR" dirty="0"/>
              <a:t> </a:t>
            </a:r>
            <a:r>
              <a:rPr lang="tr-TR" dirty="0" err="1"/>
              <a:t>Particle</a:t>
            </a:r>
            <a:r>
              <a:rPr lang="tr-TR" dirty="0"/>
              <a:t> </a:t>
            </a:r>
            <a:r>
              <a:rPr lang="tr-TR" dirty="0" err="1"/>
              <a:t>Swarm</a:t>
            </a:r>
            <a:r>
              <a:rPr lang="tr-TR" dirty="0"/>
              <a:t> </a:t>
            </a:r>
            <a:r>
              <a:rPr lang="tr-TR" dirty="0" err="1"/>
              <a:t>Optimization</a:t>
            </a:r>
            <a:r>
              <a:rPr lang="tr-TR" dirty="0"/>
              <a:t> </a:t>
            </a:r>
            <a:r>
              <a:rPr lang="tr-TR" dirty="0" err="1"/>
              <a:t>Genetic</a:t>
            </a:r>
            <a:r>
              <a:rPr lang="tr-TR" dirty="0"/>
              <a:t> LQR Controller </a:t>
            </a:r>
            <a:r>
              <a:rPr lang="tr-TR" dirty="0" err="1"/>
              <a:t>for</a:t>
            </a:r>
            <a:r>
              <a:rPr lang="tr-TR" dirty="0"/>
              <a:t> Active </a:t>
            </a:r>
            <a:r>
              <a:rPr lang="tr-TR" dirty="0" err="1"/>
              <a:t>Suspension</a:t>
            </a:r>
            <a:r>
              <a:rPr lang="tr-TR" dirty="0"/>
              <a:t>. </a:t>
            </a:r>
            <a:r>
              <a:rPr lang="tr-TR" dirty="0" err="1"/>
              <a:t>Appl</a:t>
            </a:r>
            <a:r>
              <a:rPr lang="tr-TR" dirty="0"/>
              <a:t>. </a:t>
            </a:r>
            <a:r>
              <a:rPr lang="tr-TR" dirty="0" err="1"/>
              <a:t>Sci</a:t>
            </a:r>
            <a:r>
              <a:rPr lang="tr-TR" dirty="0"/>
              <a:t>. 2023, 13, 8204. </a:t>
            </a:r>
          </a:p>
          <a:p>
            <a:r>
              <a:rPr lang="tr-TR" dirty="0"/>
              <a:t>[5] </a:t>
            </a:r>
            <a:r>
              <a:rPr lang="tr-TR" dirty="0" err="1"/>
              <a:t>Ortatepe</a:t>
            </a:r>
            <a:r>
              <a:rPr lang="tr-TR" dirty="0"/>
              <a:t>, Z. (2023). </a:t>
            </a:r>
            <a:r>
              <a:rPr lang="tr-TR" dirty="0" err="1"/>
              <a:t>Genetic</a:t>
            </a:r>
            <a:r>
              <a:rPr lang="tr-TR" dirty="0"/>
              <a:t> </a:t>
            </a:r>
            <a:r>
              <a:rPr lang="tr-TR" dirty="0" err="1"/>
              <a:t>Algorithm</a:t>
            </a:r>
            <a:r>
              <a:rPr lang="tr-TR" dirty="0"/>
              <a:t> </a:t>
            </a:r>
            <a:r>
              <a:rPr lang="tr-TR" dirty="0" err="1"/>
              <a:t>based</a:t>
            </a:r>
            <a:r>
              <a:rPr lang="tr-TR" dirty="0"/>
              <a:t> PID </a:t>
            </a:r>
            <a:r>
              <a:rPr lang="tr-TR" dirty="0" err="1"/>
              <a:t>Tuning</a:t>
            </a:r>
            <a:r>
              <a:rPr lang="tr-TR" dirty="0"/>
              <a:t> Software Design </a:t>
            </a:r>
            <a:r>
              <a:rPr lang="tr-TR" dirty="0" err="1"/>
              <a:t>and</a:t>
            </a:r>
            <a:r>
              <a:rPr lang="tr-TR" dirty="0"/>
              <a:t> </a:t>
            </a:r>
            <a:r>
              <a:rPr lang="tr-TR" dirty="0" err="1"/>
              <a:t>Implementation</a:t>
            </a:r>
            <a:r>
              <a:rPr lang="tr-TR" dirty="0"/>
              <a:t> </a:t>
            </a:r>
            <a:r>
              <a:rPr lang="tr-TR" dirty="0" err="1"/>
              <a:t>for</a:t>
            </a:r>
            <a:r>
              <a:rPr lang="tr-TR" dirty="0"/>
              <a:t> a DC Motor Control </a:t>
            </a:r>
            <a:r>
              <a:rPr lang="tr-TR" dirty="0" err="1"/>
              <a:t>System</a:t>
            </a:r>
            <a:r>
              <a:rPr lang="tr-TR" dirty="0"/>
              <a:t>. Gazi </a:t>
            </a:r>
            <a:r>
              <a:rPr lang="tr-TR" dirty="0" err="1"/>
              <a:t>University</a:t>
            </a:r>
            <a:r>
              <a:rPr lang="tr-TR" dirty="0"/>
              <a:t> </a:t>
            </a:r>
            <a:r>
              <a:rPr lang="tr-TR" dirty="0" err="1"/>
              <a:t>Journal</a:t>
            </a:r>
            <a:r>
              <a:rPr lang="tr-TR" dirty="0"/>
              <a:t> of </a:t>
            </a:r>
            <a:r>
              <a:rPr lang="tr-TR" dirty="0" err="1"/>
              <a:t>Science</a:t>
            </a:r>
            <a:r>
              <a:rPr lang="tr-TR" dirty="0"/>
              <a:t> </a:t>
            </a:r>
            <a:r>
              <a:rPr lang="tr-TR" dirty="0" err="1"/>
              <a:t>Part</a:t>
            </a:r>
            <a:r>
              <a:rPr lang="tr-TR" dirty="0"/>
              <a:t> A: </a:t>
            </a:r>
            <a:r>
              <a:rPr lang="tr-TR" dirty="0" err="1"/>
              <a:t>Engineering</a:t>
            </a:r>
            <a:r>
              <a:rPr lang="tr-TR" dirty="0"/>
              <a:t> </a:t>
            </a:r>
            <a:r>
              <a:rPr lang="tr-TR" dirty="0" err="1"/>
              <a:t>and</a:t>
            </a:r>
            <a:r>
              <a:rPr lang="tr-TR" dirty="0"/>
              <a:t> </a:t>
            </a:r>
            <a:r>
              <a:rPr lang="tr-TR" dirty="0" err="1"/>
              <a:t>Innovation</a:t>
            </a:r>
            <a:r>
              <a:rPr lang="tr-TR" dirty="0"/>
              <a:t>, 10(3), 286- 300. </a:t>
            </a:r>
          </a:p>
          <a:p>
            <a:r>
              <a:rPr lang="tr-TR" dirty="0"/>
              <a:t>[6] </a:t>
            </a:r>
            <a:r>
              <a:rPr lang="tr-TR" dirty="0" err="1"/>
              <a:t>Múčka</a:t>
            </a:r>
            <a:r>
              <a:rPr lang="tr-TR" dirty="0"/>
              <a:t>, Peter. (2018). </a:t>
            </a:r>
            <a:r>
              <a:rPr lang="tr-TR" dirty="0" err="1"/>
              <a:t>Simulated</a:t>
            </a:r>
            <a:r>
              <a:rPr lang="tr-TR" dirty="0"/>
              <a:t> Road </a:t>
            </a:r>
            <a:r>
              <a:rPr lang="tr-TR" dirty="0" err="1"/>
              <a:t>Profiles</a:t>
            </a:r>
            <a:r>
              <a:rPr lang="tr-TR" dirty="0"/>
              <a:t> </a:t>
            </a:r>
            <a:r>
              <a:rPr lang="tr-TR" dirty="0" err="1"/>
              <a:t>According</a:t>
            </a:r>
            <a:r>
              <a:rPr lang="tr-TR" dirty="0"/>
              <a:t> </a:t>
            </a:r>
            <a:r>
              <a:rPr lang="tr-TR" dirty="0" err="1"/>
              <a:t>to</a:t>
            </a:r>
            <a:r>
              <a:rPr lang="tr-TR" dirty="0"/>
              <a:t> ISO 8608 in </a:t>
            </a:r>
            <a:r>
              <a:rPr lang="tr-TR" dirty="0" err="1"/>
              <a:t>Vibration</a:t>
            </a:r>
            <a:r>
              <a:rPr lang="tr-TR" dirty="0"/>
              <a:t> Analysis. </a:t>
            </a:r>
            <a:r>
              <a:rPr lang="tr-TR" dirty="0" err="1"/>
              <a:t>Journal</a:t>
            </a:r>
            <a:r>
              <a:rPr lang="tr-TR" dirty="0"/>
              <a:t> of </a:t>
            </a:r>
            <a:r>
              <a:rPr lang="tr-TR" dirty="0" err="1"/>
              <a:t>Testing</a:t>
            </a:r>
            <a:r>
              <a:rPr lang="tr-TR" dirty="0"/>
              <a:t> </a:t>
            </a:r>
            <a:r>
              <a:rPr lang="tr-TR" dirty="0" err="1"/>
              <a:t>and</a:t>
            </a:r>
            <a:r>
              <a:rPr lang="tr-TR" dirty="0"/>
              <a:t> Evaluation. 46. 20160265. 10.1520/JTE20160265. </a:t>
            </a:r>
          </a:p>
          <a:p>
            <a:r>
              <a:rPr lang="tr-TR" dirty="0"/>
              <a:t>[7] </a:t>
            </a:r>
            <a:r>
              <a:rPr lang="tr-TR" dirty="0" err="1"/>
              <a:t>Shahrokhi</a:t>
            </a:r>
            <a:r>
              <a:rPr lang="tr-TR" dirty="0"/>
              <a:t>, </a:t>
            </a:r>
            <a:r>
              <a:rPr lang="tr-TR" dirty="0" err="1"/>
              <a:t>Mohammad</a:t>
            </a:r>
            <a:r>
              <a:rPr lang="tr-TR" dirty="0"/>
              <a:t> </a:t>
            </a:r>
            <a:r>
              <a:rPr lang="tr-TR" dirty="0" err="1"/>
              <a:t>and</a:t>
            </a:r>
            <a:r>
              <a:rPr lang="tr-TR" dirty="0"/>
              <a:t> Ali R. </a:t>
            </a:r>
            <a:r>
              <a:rPr lang="tr-TR" dirty="0" err="1"/>
              <a:t>Zomorrodi</a:t>
            </a:r>
            <a:r>
              <a:rPr lang="tr-TR" dirty="0"/>
              <a:t>. “</a:t>
            </a:r>
            <a:r>
              <a:rPr lang="tr-TR" dirty="0" err="1"/>
              <a:t>Comparison</a:t>
            </a:r>
            <a:r>
              <a:rPr lang="tr-TR" dirty="0"/>
              <a:t> of PID Controller </a:t>
            </a:r>
            <a:r>
              <a:rPr lang="tr-TR" dirty="0" err="1"/>
              <a:t>Tuning</a:t>
            </a:r>
            <a:r>
              <a:rPr lang="tr-TR" dirty="0"/>
              <a:t> </a:t>
            </a:r>
            <a:r>
              <a:rPr lang="tr-TR" dirty="0" err="1"/>
              <a:t>Methods</a:t>
            </a:r>
            <a:r>
              <a:rPr lang="tr-TR" dirty="0"/>
              <a:t>.” (2012). </a:t>
            </a:r>
          </a:p>
          <a:p>
            <a:r>
              <a:rPr lang="tr-TR" dirty="0"/>
              <a:t>[8] </a:t>
            </a:r>
            <a:r>
              <a:rPr lang="tr-TR" dirty="0" err="1"/>
              <a:t>Allaoua</a:t>
            </a:r>
            <a:r>
              <a:rPr lang="tr-TR" dirty="0"/>
              <a:t>, B., </a:t>
            </a:r>
            <a:r>
              <a:rPr lang="tr-TR" dirty="0" err="1"/>
              <a:t>Gasbaoui</a:t>
            </a:r>
            <a:r>
              <a:rPr lang="tr-TR" dirty="0"/>
              <a:t>, B., </a:t>
            </a:r>
            <a:r>
              <a:rPr lang="tr-TR" dirty="0" err="1"/>
              <a:t>Mebarki</a:t>
            </a:r>
            <a:r>
              <a:rPr lang="tr-TR" dirty="0"/>
              <a:t>, B., 2009. </a:t>
            </a:r>
            <a:r>
              <a:rPr lang="tr-TR" dirty="0" err="1"/>
              <a:t>Setting</a:t>
            </a:r>
            <a:r>
              <a:rPr lang="tr-TR" dirty="0"/>
              <a:t> </a:t>
            </a:r>
            <a:r>
              <a:rPr lang="tr-TR" dirty="0" err="1"/>
              <a:t>up</a:t>
            </a:r>
            <a:r>
              <a:rPr lang="tr-TR" dirty="0"/>
              <a:t> PID dc motor </a:t>
            </a:r>
            <a:r>
              <a:rPr lang="tr-TR" dirty="0" err="1"/>
              <a:t>speed</a:t>
            </a:r>
            <a:r>
              <a:rPr lang="tr-TR" dirty="0"/>
              <a:t> </a:t>
            </a:r>
            <a:r>
              <a:rPr lang="tr-TR" dirty="0" err="1"/>
              <a:t>control</a:t>
            </a:r>
            <a:r>
              <a:rPr lang="tr-TR" dirty="0"/>
              <a:t> </a:t>
            </a:r>
            <a:r>
              <a:rPr lang="tr-TR" dirty="0" err="1"/>
              <a:t>alteration</a:t>
            </a:r>
            <a:r>
              <a:rPr lang="tr-TR" dirty="0"/>
              <a:t> </a:t>
            </a:r>
            <a:r>
              <a:rPr lang="tr-TR" dirty="0" err="1"/>
              <a:t>parameters</a:t>
            </a:r>
            <a:r>
              <a:rPr lang="tr-TR" dirty="0"/>
              <a:t> </a:t>
            </a:r>
            <a:r>
              <a:rPr lang="tr-TR" dirty="0" err="1"/>
              <a:t>using</a:t>
            </a:r>
            <a:r>
              <a:rPr lang="tr-TR" dirty="0"/>
              <a:t> </a:t>
            </a:r>
            <a:r>
              <a:rPr lang="tr-TR" dirty="0" err="1"/>
              <a:t>particle</a:t>
            </a:r>
            <a:r>
              <a:rPr lang="tr-TR" dirty="0"/>
              <a:t> </a:t>
            </a:r>
            <a:r>
              <a:rPr lang="tr-TR" dirty="0" err="1"/>
              <a:t>swarm</a:t>
            </a:r>
            <a:r>
              <a:rPr lang="tr-TR" dirty="0"/>
              <a:t> </a:t>
            </a:r>
            <a:r>
              <a:rPr lang="tr-TR" dirty="0" err="1"/>
              <a:t>optimization</a:t>
            </a:r>
            <a:r>
              <a:rPr lang="tr-TR" dirty="0"/>
              <a:t> </a:t>
            </a:r>
            <a:r>
              <a:rPr lang="tr-TR" dirty="0" err="1"/>
              <a:t>strategy</a:t>
            </a:r>
            <a:r>
              <a:rPr lang="tr-TR" dirty="0"/>
              <a:t>. Leonardo Electronic </a:t>
            </a:r>
            <a:r>
              <a:rPr lang="tr-TR" dirty="0" err="1"/>
              <a:t>Journal</a:t>
            </a:r>
            <a:r>
              <a:rPr lang="tr-TR" dirty="0"/>
              <a:t> of </a:t>
            </a:r>
            <a:r>
              <a:rPr lang="tr-TR" dirty="0" err="1"/>
              <a:t>Practices</a:t>
            </a:r>
            <a:r>
              <a:rPr lang="tr-TR" dirty="0"/>
              <a:t> </a:t>
            </a:r>
            <a:r>
              <a:rPr lang="tr-TR" dirty="0" err="1"/>
              <a:t>and</a:t>
            </a:r>
            <a:r>
              <a:rPr lang="tr-TR" dirty="0"/>
              <a:t> Technologies, 14(1), 19-32 </a:t>
            </a:r>
          </a:p>
          <a:p>
            <a:r>
              <a:rPr lang="tr-TR" dirty="0"/>
              <a:t>[9] </a:t>
            </a:r>
            <a:r>
              <a:rPr lang="tr-TR" dirty="0" err="1"/>
              <a:t>Mahony</a:t>
            </a:r>
            <a:r>
              <a:rPr lang="tr-TR" dirty="0"/>
              <a:t>, T.O., </a:t>
            </a:r>
            <a:r>
              <a:rPr lang="tr-TR" dirty="0" err="1"/>
              <a:t>Downing</a:t>
            </a:r>
            <a:r>
              <a:rPr lang="tr-TR" dirty="0"/>
              <a:t>, C.J., </a:t>
            </a:r>
            <a:r>
              <a:rPr lang="tr-TR" dirty="0" err="1"/>
              <a:t>Fatla</a:t>
            </a:r>
            <a:r>
              <a:rPr lang="tr-TR" dirty="0"/>
              <a:t>, K., 2000. </a:t>
            </a:r>
            <a:r>
              <a:rPr lang="tr-TR" dirty="0" err="1"/>
              <a:t>Genetic</a:t>
            </a:r>
            <a:r>
              <a:rPr lang="tr-TR" dirty="0"/>
              <a:t> </a:t>
            </a:r>
            <a:r>
              <a:rPr lang="tr-TR" dirty="0" err="1"/>
              <a:t>algorithm</a:t>
            </a:r>
            <a:r>
              <a:rPr lang="tr-TR" dirty="0"/>
              <a:t> </a:t>
            </a:r>
            <a:r>
              <a:rPr lang="tr-TR" dirty="0" err="1"/>
              <a:t>for</a:t>
            </a:r>
            <a:r>
              <a:rPr lang="tr-TR" dirty="0"/>
              <a:t> </a:t>
            </a:r>
            <a:r>
              <a:rPr lang="tr-TR" dirty="0" err="1"/>
              <a:t>pid</a:t>
            </a:r>
            <a:r>
              <a:rPr lang="tr-TR" dirty="0"/>
              <a:t> </a:t>
            </a:r>
            <a:r>
              <a:rPr lang="tr-TR" dirty="0" err="1"/>
              <a:t>parameter</a:t>
            </a:r>
            <a:r>
              <a:rPr lang="tr-TR" dirty="0"/>
              <a:t> </a:t>
            </a:r>
            <a:r>
              <a:rPr lang="tr-TR" dirty="0" err="1"/>
              <a:t>optimization</a:t>
            </a:r>
            <a:r>
              <a:rPr lang="tr-TR" dirty="0"/>
              <a:t>: </a:t>
            </a:r>
            <a:r>
              <a:rPr lang="tr-TR" dirty="0" err="1"/>
              <a:t>minimizing</a:t>
            </a:r>
            <a:r>
              <a:rPr lang="tr-TR" dirty="0"/>
              <a:t> </a:t>
            </a:r>
            <a:r>
              <a:rPr lang="tr-TR" dirty="0" err="1"/>
              <a:t>error</a:t>
            </a:r>
            <a:r>
              <a:rPr lang="tr-TR" dirty="0"/>
              <a:t> </a:t>
            </a:r>
            <a:r>
              <a:rPr lang="tr-TR" dirty="0" err="1"/>
              <a:t>criteria</a:t>
            </a:r>
            <a:r>
              <a:rPr lang="tr-TR" dirty="0"/>
              <a:t>. </a:t>
            </a:r>
            <a:r>
              <a:rPr lang="tr-TR" dirty="0" err="1"/>
              <a:t>Process</a:t>
            </a:r>
            <a:r>
              <a:rPr lang="tr-TR" dirty="0"/>
              <a:t> Control </a:t>
            </a:r>
            <a:r>
              <a:rPr lang="tr-TR" dirty="0" err="1"/>
              <a:t>and</a:t>
            </a:r>
            <a:r>
              <a:rPr lang="tr-TR" dirty="0"/>
              <a:t> Instrumentation, 26-28 Temmuz, İskoçya, 148-153.</a:t>
            </a:r>
          </a:p>
        </p:txBody>
      </p:sp>
    </p:spTree>
    <p:extLst>
      <p:ext uri="{BB962C8B-B14F-4D97-AF65-F5344CB8AC3E}">
        <p14:creationId xmlns:p14="http://schemas.microsoft.com/office/powerpoint/2010/main" val="31000709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84CF22-2088-47C2-8130-0D7480AA13D5}"/>
              </a:ext>
            </a:extLst>
          </p:cNvPr>
          <p:cNvSpPr>
            <a:spLocks noGrp="1"/>
          </p:cNvSpPr>
          <p:nvPr>
            <p:ph type="title"/>
          </p:nvPr>
        </p:nvSpPr>
        <p:spPr>
          <a:xfrm>
            <a:off x="838200" y="365126"/>
            <a:ext cx="10515600" cy="875846"/>
          </a:xfrm>
        </p:spPr>
        <p:txBody>
          <a:bodyPr/>
          <a:lstStyle/>
          <a:p>
            <a:r>
              <a:rPr lang="tr-TR" b="1" dirty="0">
                <a:effectLst>
                  <a:outerShdw blurRad="38100" dist="38100" dir="2700000" algn="tl">
                    <a:srgbClr val="000000">
                      <a:alpha val="43137"/>
                    </a:srgbClr>
                  </a:outerShdw>
                </a:effectLst>
              </a:rPr>
              <a:t>Yöntem</a:t>
            </a:r>
          </a:p>
        </p:txBody>
      </p:sp>
      <p:sp>
        <p:nvSpPr>
          <p:cNvPr id="3" name="Content Placeholder 2">
            <a:extLst>
              <a:ext uri="{FF2B5EF4-FFF2-40B4-BE49-F238E27FC236}">
                <a16:creationId xmlns:a16="http://schemas.microsoft.com/office/drawing/2014/main" id="{A1CF6DFD-1E8B-4105-B4C3-989DE2FF6D30}"/>
              </a:ext>
            </a:extLst>
          </p:cNvPr>
          <p:cNvSpPr>
            <a:spLocks noGrp="1"/>
          </p:cNvSpPr>
          <p:nvPr>
            <p:ph idx="1"/>
          </p:nvPr>
        </p:nvSpPr>
        <p:spPr>
          <a:xfrm>
            <a:off x="548951" y="1517714"/>
            <a:ext cx="10515600" cy="4351338"/>
          </a:xfrm>
        </p:spPr>
        <p:txBody>
          <a:bodyPr>
            <a:normAutofit fontScale="92500"/>
          </a:bodyPr>
          <a:lstStyle/>
          <a:p>
            <a:r>
              <a:rPr lang="tr-TR" sz="2400" dirty="0"/>
              <a:t>Öncelikle ağır iş yapan tırların süspansiyon sisteminin dinamik davranışlarını temsil edecek bir matematiksel model oluşturulacak ardından Lineer Kuadratik Regülatör (LQR), Genetik Algoritması ve Parçacık Sürü Optimizasyon (PSO) teknikleri kullanılarak optimizasyon tabanlı Optimal LQR ve Optimal PID kontrolcüleri tasarlanmıştır. </a:t>
            </a:r>
          </a:p>
          <a:p>
            <a:r>
              <a:rPr lang="tr-TR" sz="2400" dirty="0"/>
              <a:t>MATLAB, hem pasif hem de aktif sistemler için durum uzay modeli geliştirmek ve analiz etmek amacıyla kullanılmış; </a:t>
            </a:r>
            <a:r>
              <a:rPr lang="tr-TR" sz="2400" dirty="0" err="1"/>
              <a:t>Simulink</a:t>
            </a:r>
            <a:r>
              <a:rPr lang="tr-TR" sz="2400" dirty="0"/>
              <a:t>, blok diyagramları oluşturmak ve sistemleri simüle etmek için kullanılmıştır.</a:t>
            </a:r>
          </a:p>
          <a:p>
            <a:r>
              <a:rPr lang="tr-TR" sz="2400" dirty="0"/>
              <a:t>Bu kontrolcülerin performanslarını değerlendirmek amacıyla, süspansiyon sistemine farklı yol profilleri (tümsek yol, ISO 8608 standardına uygun D tipi yol profili uygulanmıştır. Sistemin LQR, Optimal LQR ve Optimal PID kontrolcüleri ile aktif kontrolü sağlanmış ve pasif süspansiyon çıktısıyla karşılaştırılıp analiz edilmiştir. Farklı tip yol profilleri uygulanarak araç gövdesi yer değiştirme ve ivmelenmesi, süspansiyon sapma miktarları gibi performans kriterleri gözlenmiş ve ölçülmüştür.</a:t>
            </a:r>
          </a:p>
          <a:p>
            <a:endParaRPr lang="tr-TR" dirty="0"/>
          </a:p>
        </p:txBody>
      </p:sp>
    </p:spTree>
    <p:extLst>
      <p:ext uri="{BB962C8B-B14F-4D97-AF65-F5344CB8AC3E}">
        <p14:creationId xmlns:p14="http://schemas.microsoft.com/office/powerpoint/2010/main" val="2158428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850DF-143F-4C52-8057-3F2CECBE6459}"/>
              </a:ext>
            </a:extLst>
          </p:cNvPr>
          <p:cNvSpPr>
            <a:spLocks noGrp="1"/>
          </p:cNvSpPr>
          <p:nvPr>
            <p:ph type="title"/>
          </p:nvPr>
        </p:nvSpPr>
        <p:spPr>
          <a:xfrm>
            <a:off x="492968" y="43997"/>
            <a:ext cx="10515600" cy="926387"/>
          </a:xfrm>
        </p:spPr>
        <p:txBody>
          <a:bodyPr/>
          <a:lstStyle/>
          <a:p>
            <a:r>
              <a:rPr lang="tr-TR" b="1" dirty="0">
                <a:effectLst>
                  <a:outerShdw blurRad="38100" dist="38100" dir="2700000" algn="tl">
                    <a:srgbClr val="000000">
                      <a:alpha val="43137"/>
                    </a:srgbClr>
                  </a:outerShdw>
                </a:effectLst>
              </a:rPr>
              <a:t>Sistem modelleme</a:t>
            </a:r>
          </a:p>
        </p:txBody>
      </p:sp>
      <p:pic>
        <p:nvPicPr>
          <p:cNvPr id="4" name="İçerik Yer Tutucusu 3" descr="diyagram, taslak, çizim, metin içeren bir resim&#10;&#10;Açıklama otomatik olarak oluşturuldu">
            <a:extLst>
              <a:ext uri="{FF2B5EF4-FFF2-40B4-BE49-F238E27FC236}">
                <a16:creationId xmlns:a16="http://schemas.microsoft.com/office/drawing/2014/main" id="{C394B8F7-F786-C322-562B-694D88D4A676}"/>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117279" y="1339008"/>
            <a:ext cx="3805347" cy="2755187"/>
          </a:xfrm>
          <a:prstGeom prst="rect">
            <a:avLst/>
          </a:prstGeom>
          <a:noFill/>
          <a:ln>
            <a:noFill/>
          </a:ln>
        </p:spPr>
      </p:pic>
      <p:sp>
        <p:nvSpPr>
          <p:cNvPr id="7" name="Metin kutusu 6">
            <a:extLst>
              <a:ext uri="{FF2B5EF4-FFF2-40B4-BE49-F238E27FC236}">
                <a16:creationId xmlns:a16="http://schemas.microsoft.com/office/drawing/2014/main" id="{623B173E-E6E9-65E1-9CBF-FB0991BDDA50}"/>
              </a:ext>
            </a:extLst>
          </p:cNvPr>
          <p:cNvSpPr txBox="1"/>
          <p:nvPr/>
        </p:nvSpPr>
        <p:spPr>
          <a:xfrm>
            <a:off x="8687680" y="4111125"/>
            <a:ext cx="2789854" cy="369332"/>
          </a:xfrm>
          <a:prstGeom prst="rect">
            <a:avLst/>
          </a:prstGeom>
          <a:noFill/>
        </p:spPr>
        <p:txBody>
          <a:bodyPr wrap="square" rtlCol="0">
            <a:spAutoFit/>
          </a:bodyPr>
          <a:lstStyle/>
          <a:p>
            <a:r>
              <a:rPr lang="tr-TR" dirty="0"/>
              <a:t>Şekil 1 : Çeyrek taşıt modeli</a:t>
            </a:r>
          </a:p>
        </p:txBody>
      </p:sp>
      <mc:AlternateContent xmlns:mc="http://schemas.openxmlformats.org/markup-compatibility/2006" xmlns:a14="http://schemas.microsoft.com/office/drawing/2010/main">
        <mc:Choice Requires="a14">
          <p:sp>
            <p:nvSpPr>
              <p:cNvPr id="9" name="Metin kutusu 8">
                <a:extLst>
                  <a:ext uri="{FF2B5EF4-FFF2-40B4-BE49-F238E27FC236}">
                    <a16:creationId xmlns:a16="http://schemas.microsoft.com/office/drawing/2014/main" id="{584FFD59-A797-FD3E-E86B-869A54FF5AFD}"/>
                  </a:ext>
                </a:extLst>
              </p:cNvPr>
              <p:cNvSpPr txBox="1"/>
              <p:nvPr/>
            </p:nvSpPr>
            <p:spPr>
              <a:xfrm>
                <a:off x="269374" y="878958"/>
                <a:ext cx="7419391" cy="3416833"/>
              </a:xfrm>
              <a:prstGeom prst="rect">
                <a:avLst/>
              </a:prstGeom>
              <a:noFill/>
            </p:spPr>
            <p:txBody>
              <a:bodyPr wrap="square" rtlCol="0">
                <a:spAutoFit/>
              </a:bodyPr>
              <a:lstStyle/>
              <a:p>
                <a:r>
                  <a:rPr lang="tr-TR" dirty="0"/>
                  <a:t>Aktif süspansiyon sistemini modellemek ve analiz etmek için Şekil 1’de gösterilen çeyrek araç modeli  kullanılmıştır. 	</a:t>
                </a:r>
              </a:p>
              <a:p>
                <a:endParaRPr lang="tr-TR" dirty="0"/>
              </a:p>
              <a:p>
                <a:pPr/>
                <a14:m>
                  <m:oMathPara xmlns:m="http://schemas.openxmlformats.org/officeDocument/2006/math">
                    <m:oMathParaPr>
                      <m:jc m:val="centerGroup"/>
                    </m:oMathParaPr>
                    <m:oMath xmlns:m="http://schemas.openxmlformats.org/officeDocument/2006/math">
                      <m:sSub>
                        <m:sSubPr>
                          <m:ctrlPr>
                            <a:rPr lang="tr-TR" sz="1600" b="1" i="1" smtClean="0">
                              <a:effectLst/>
                              <a:latin typeface="Cambria Math" panose="02040503050406030204" pitchFamily="18" charset="0"/>
                            </a:rPr>
                          </m:ctrlPr>
                        </m:sSubPr>
                        <m:e>
                          <m:r>
                            <a:rPr lang="tr-TR" sz="1600" b="1" i="1">
                              <a:effectLst/>
                              <a:latin typeface="Cambria Math" panose="02040503050406030204" pitchFamily="18" charset="0"/>
                              <a:ea typeface="Times New Roman" panose="02020603050405020304" pitchFamily="18" charset="0"/>
                              <a:cs typeface="Times New Roman" panose="02020603050405020304" pitchFamily="18" charset="0"/>
                            </a:rPr>
                            <m:t>𝒎</m:t>
                          </m:r>
                        </m:e>
                        <m:sub>
                          <m:r>
                            <a:rPr lang="tr-TR" sz="1600" b="1" i="1">
                              <a:effectLst/>
                              <a:latin typeface="Cambria Math" panose="02040503050406030204" pitchFamily="18" charset="0"/>
                              <a:ea typeface="Times New Roman" panose="02020603050405020304" pitchFamily="18" charset="0"/>
                              <a:cs typeface="Times New Roman" panose="02020603050405020304" pitchFamily="18" charset="0"/>
                            </a:rPr>
                            <m:t>𝒖</m:t>
                          </m:r>
                        </m:sub>
                      </m:sSub>
                      <m:sSub>
                        <m:sSubPr>
                          <m:ctrlPr>
                            <a:rPr lang="tr-TR" sz="1600" b="1" i="1">
                              <a:effectLst/>
                              <a:latin typeface="Cambria Math" panose="02040503050406030204" pitchFamily="18" charset="0"/>
                            </a:rPr>
                          </m:ctrlPr>
                        </m:sSubPr>
                        <m:e>
                          <m:acc>
                            <m:accPr>
                              <m:chr m:val="̈"/>
                              <m:ctrlPr>
                                <a:rPr lang="tr-TR" sz="1600" b="1" i="1">
                                  <a:effectLst/>
                                  <a:latin typeface="Cambria Math" panose="02040503050406030204" pitchFamily="18" charset="0"/>
                                </a:rPr>
                              </m:ctrlPr>
                            </m:accPr>
                            <m:e>
                              <m:r>
                                <a:rPr lang="tr-TR" sz="1600" b="1" i="1">
                                  <a:effectLst/>
                                  <a:latin typeface="Cambria Math" panose="02040503050406030204" pitchFamily="18" charset="0"/>
                                  <a:ea typeface="Times New Roman" panose="02020603050405020304" pitchFamily="18" charset="0"/>
                                  <a:cs typeface="Times New Roman" panose="02020603050405020304" pitchFamily="18" charset="0"/>
                                </a:rPr>
                                <m:t>𝒛</m:t>
                              </m:r>
                            </m:e>
                          </m:acc>
                        </m:e>
                        <m:sub>
                          <m:r>
                            <a:rPr lang="tr-TR" sz="1600" b="1" i="1">
                              <a:effectLst/>
                              <a:latin typeface="Cambria Math" panose="02040503050406030204" pitchFamily="18" charset="0"/>
                              <a:ea typeface="Times New Roman" panose="02020603050405020304" pitchFamily="18" charset="0"/>
                              <a:cs typeface="Times New Roman" panose="02020603050405020304" pitchFamily="18" charset="0"/>
                            </a:rPr>
                            <m:t>𝒖</m:t>
                          </m:r>
                        </m:sub>
                      </m:sSub>
                      <m:r>
                        <a:rPr lang="tr-TR" sz="1600" b="1"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600" b="1" i="1">
                              <a:effectLst/>
                              <a:latin typeface="Cambria Math" panose="02040503050406030204" pitchFamily="18" charset="0"/>
                            </a:rPr>
                          </m:ctrlPr>
                        </m:sSubPr>
                        <m:e>
                          <m:r>
                            <a:rPr lang="tr-TR" sz="1600" b="1" i="1">
                              <a:effectLst/>
                              <a:latin typeface="Cambria Math" panose="02040503050406030204" pitchFamily="18" charset="0"/>
                              <a:ea typeface="Times New Roman" panose="02020603050405020304" pitchFamily="18" charset="0"/>
                              <a:cs typeface="Times New Roman" panose="02020603050405020304" pitchFamily="18" charset="0"/>
                            </a:rPr>
                            <m:t>𝒃</m:t>
                          </m:r>
                        </m:e>
                        <m:sub>
                          <m:r>
                            <a:rPr lang="tr-TR" sz="1600" b="1" i="1">
                              <a:effectLst/>
                              <a:latin typeface="Cambria Math" panose="02040503050406030204" pitchFamily="18" charset="0"/>
                              <a:ea typeface="Times New Roman" panose="02020603050405020304" pitchFamily="18" charset="0"/>
                              <a:cs typeface="Times New Roman" panose="02020603050405020304" pitchFamily="18" charset="0"/>
                            </a:rPr>
                            <m:t>𝒔</m:t>
                          </m:r>
                        </m:sub>
                      </m:sSub>
                      <m:d>
                        <m:dPr>
                          <m:ctrlPr>
                            <a:rPr lang="tr-TR" sz="1600" b="1" i="1">
                              <a:effectLst/>
                              <a:latin typeface="Cambria Math" panose="02040503050406030204" pitchFamily="18" charset="0"/>
                            </a:rPr>
                          </m:ctrlPr>
                        </m:dPr>
                        <m:e>
                          <m:sSub>
                            <m:sSubPr>
                              <m:ctrlPr>
                                <a:rPr lang="tr-TR" sz="1600" b="1" i="1">
                                  <a:effectLst/>
                                  <a:latin typeface="Cambria Math" panose="02040503050406030204" pitchFamily="18" charset="0"/>
                                </a:rPr>
                              </m:ctrlPr>
                            </m:sSubPr>
                            <m:e>
                              <m:acc>
                                <m:accPr>
                                  <m:chr m:val="̇"/>
                                  <m:ctrlPr>
                                    <a:rPr lang="tr-TR" sz="1600" b="1" i="1">
                                      <a:effectLst/>
                                      <a:latin typeface="Cambria Math" panose="02040503050406030204" pitchFamily="18" charset="0"/>
                                    </a:rPr>
                                  </m:ctrlPr>
                                </m:accPr>
                                <m:e>
                                  <m:r>
                                    <a:rPr lang="tr-TR" sz="1600" b="1" i="1">
                                      <a:effectLst/>
                                      <a:latin typeface="Cambria Math" panose="02040503050406030204" pitchFamily="18" charset="0"/>
                                      <a:ea typeface="Times New Roman" panose="02020603050405020304" pitchFamily="18" charset="0"/>
                                      <a:cs typeface="Times New Roman" panose="02020603050405020304" pitchFamily="18" charset="0"/>
                                    </a:rPr>
                                    <m:t>𝒛</m:t>
                                  </m:r>
                                </m:e>
                              </m:acc>
                            </m:e>
                            <m:sub>
                              <m:r>
                                <a:rPr lang="tr-TR" sz="1600" b="1" i="1">
                                  <a:effectLst/>
                                  <a:latin typeface="Cambria Math" panose="02040503050406030204" pitchFamily="18" charset="0"/>
                                  <a:ea typeface="Times New Roman" panose="02020603050405020304" pitchFamily="18" charset="0"/>
                                  <a:cs typeface="Times New Roman" panose="02020603050405020304" pitchFamily="18" charset="0"/>
                                </a:rPr>
                                <m:t>𝒖</m:t>
                              </m:r>
                            </m:sub>
                          </m:sSub>
                          <m:r>
                            <a:rPr lang="tr-TR" sz="1600" b="1"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600" b="1" i="1">
                                  <a:effectLst/>
                                  <a:latin typeface="Cambria Math" panose="02040503050406030204" pitchFamily="18" charset="0"/>
                                </a:rPr>
                              </m:ctrlPr>
                            </m:sSubPr>
                            <m:e>
                              <m:acc>
                                <m:accPr>
                                  <m:chr m:val="̇"/>
                                  <m:ctrlPr>
                                    <a:rPr lang="tr-TR" sz="1600" b="1" i="1">
                                      <a:effectLst/>
                                      <a:latin typeface="Cambria Math" panose="02040503050406030204" pitchFamily="18" charset="0"/>
                                    </a:rPr>
                                  </m:ctrlPr>
                                </m:accPr>
                                <m:e>
                                  <m:r>
                                    <a:rPr lang="tr-TR" sz="1600" b="1" i="1">
                                      <a:effectLst/>
                                      <a:latin typeface="Cambria Math" panose="02040503050406030204" pitchFamily="18" charset="0"/>
                                      <a:ea typeface="Times New Roman" panose="02020603050405020304" pitchFamily="18" charset="0"/>
                                      <a:cs typeface="Times New Roman" panose="02020603050405020304" pitchFamily="18" charset="0"/>
                                    </a:rPr>
                                    <m:t>𝒛</m:t>
                                  </m:r>
                                </m:e>
                              </m:acc>
                            </m:e>
                            <m:sub>
                              <m:r>
                                <a:rPr lang="tr-TR" sz="1600" b="1" i="1">
                                  <a:effectLst/>
                                  <a:latin typeface="Cambria Math" panose="02040503050406030204" pitchFamily="18" charset="0"/>
                                  <a:ea typeface="Times New Roman" panose="02020603050405020304" pitchFamily="18" charset="0"/>
                                  <a:cs typeface="Times New Roman" panose="02020603050405020304" pitchFamily="18" charset="0"/>
                                </a:rPr>
                                <m:t>𝒔</m:t>
                              </m:r>
                            </m:sub>
                          </m:sSub>
                        </m:e>
                      </m:d>
                      <m:r>
                        <a:rPr lang="tr-TR" sz="1600" b="1"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600" b="1" i="1">
                              <a:effectLst/>
                              <a:latin typeface="Cambria Math" panose="02040503050406030204" pitchFamily="18" charset="0"/>
                            </a:rPr>
                          </m:ctrlPr>
                        </m:sSubPr>
                        <m:e>
                          <m:r>
                            <a:rPr lang="tr-TR" sz="1600" b="1" i="1">
                              <a:effectLst/>
                              <a:latin typeface="Cambria Math" panose="02040503050406030204" pitchFamily="18" charset="0"/>
                              <a:ea typeface="Times New Roman" panose="02020603050405020304" pitchFamily="18" charset="0"/>
                              <a:cs typeface="Times New Roman" panose="02020603050405020304" pitchFamily="18" charset="0"/>
                            </a:rPr>
                            <m:t>𝒃</m:t>
                          </m:r>
                        </m:e>
                        <m:sub>
                          <m:r>
                            <a:rPr lang="tr-TR" sz="1600" b="1" i="1">
                              <a:effectLst/>
                              <a:latin typeface="Cambria Math" panose="02040503050406030204" pitchFamily="18" charset="0"/>
                              <a:ea typeface="Times New Roman" panose="02020603050405020304" pitchFamily="18" charset="0"/>
                              <a:cs typeface="Times New Roman" panose="02020603050405020304" pitchFamily="18" charset="0"/>
                            </a:rPr>
                            <m:t>𝒕</m:t>
                          </m:r>
                        </m:sub>
                      </m:sSub>
                      <m:d>
                        <m:dPr>
                          <m:ctrlPr>
                            <a:rPr lang="tr-TR" sz="1600" b="1" i="1">
                              <a:effectLst/>
                              <a:latin typeface="Cambria Math" panose="02040503050406030204" pitchFamily="18" charset="0"/>
                            </a:rPr>
                          </m:ctrlPr>
                        </m:dPr>
                        <m:e>
                          <m:sSub>
                            <m:sSubPr>
                              <m:ctrlPr>
                                <a:rPr lang="tr-TR" sz="1600" b="1" i="1">
                                  <a:effectLst/>
                                  <a:latin typeface="Cambria Math" panose="02040503050406030204" pitchFamily="18" charset="0"/>
                                </a:rPr>
                              </m:ctrlPr>
                            </m:sSubPr>
                            <m:e>
                              <m:acc>
                                <m:accPr>
                                  <m:chr m:val="̇"/>
                                  <m:ctrlPr>
                                    <a:rPr lang="tr-TR" sz="1600" b="1" i="1">
                                      <a:effectLst/>
                                      <a:latin typeface="Cambria Math" panose="02040503050406030204" pitchFamily="18" charset="0"/>
                                    </a:rPr>
                                  </m:ctrlPr>
                                </m:accPr>
                                <m:e>
                                  <m:r>
                                    <a:rPr lang="tr-TR" sz="1600" b="1" i="1">
                                      <a:effectLst/>
                                      <a:latin typeface="Cambria Math" panose="02040503050406030204" pitchFamily="18" charset="0"/>
                                      <a:ea typeface="Times New Roman" panose="02020603050405020304" pitchFamily="18" charset="0"/>
                                      <a:cs typeface="Times New Roman" panose="02020603050405020304" pitchFamily="18" charset="0"/>
                                    </a:rPr>
                                    <m:t>𝒛</m:t>
                                  </m:r>
                                </m:e>
                              </m:acc>
                            </m:e>
                            <m:sub>
                              <m:r>
                                <a:rPr lang="tr-TR" sz="1600" b="1" i="1">
                                  <a:effectLst/>
                                  <a:latin typeface="Cambria Math" panose="02040503050406030204" pitchFamily="18" charset="0"/>
                                  <a:ea typeface="Times New Roman" panose="02020603050405020304" pitchFamily="18" charset="0"/>
                                  <a:cs typeface="Times New Roman" panose="02020603050405020304" pitchFamily="18" charset="0"/>
                                </a:rPr>
                                <m:t>𝒖</m:t>
                              </m:r>
                            </m:sub>
                          </m:sSub>
                          <m:r>
                            <a:rPr lang="tr-TR" sz="1600" b="1"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600" b="1" i="1">
                                  <a:effectLst/>
                                  <a:latin typeface="Cambria Math" panose="02040503050406030204" pitchFamily="18" charset="0"/>
                                </a:rPr>
                              </m:ctrlPr>
                            </m:sSubPr>
                            <m:e>
                              <m:acc>
                                <m:accPr>
                                  <m:chr m:val="̇"/>
                                  <m:ctrlPr>
                                    <a:rPr lang="tr-TR" sz="1600" b="1" i="1">
                                      <a:effectLst/>
                                      <a:latin typeface="Cambria Math" panose="02040503050406030204" pitchFamily="18" charset="0"/>
                                    </a:rPr>
                                  </m:ctrlPr>
                                </m:accPr>
                                <m:e>
                                  <m:r>
                                    <a:rPr lang="tr-TR" sz="1600" b="1" i="1">
                                      <a:effectLst/>
                                      <a:latin typeface="Cambria Math" panose="02040503050406030204" pitchFamily="18" charset="0"/>
                                      <a:ea typeface="Times New Roman" panose="02020603050405020304" pitchFamily="18" charset="0"/>
                                      <a:cs typeface="Times New Roman" panose="02020603050405020304" pitchFamily="18" charset="0"/>
                                    </a:rPr>
                                    <m:t>𝒛</m:t>
                                  </m:r>
                                </m:e>
                              </m:acc>
                            </m:e>
                            <m:sub>
                              <m:r>
                                <a:rPr lang="tr-TR" sz="1600" b="1" i="1">
                                  <a:effectLst/>
                                  <a:latin typeface="Cambria Math" panose="02040503050406030204" pitchFamily="18" charset="0"/>
                                  <a:ea typeface="Times New Roman" panose="02020603050405020304" pitchFamily="18" charset="0"/>
                                  <a:cs typeface="Times New Roman" panose="02020603050405020304" pitchFamily="18" charset="0"/>
                                </a:rPr>
                                <m:t>𝒔</m:t>
                              </m:r>
                            </m:sub>
                          </m:sSub>
                        </m:e>
                      </m:d>
                      <m:r>
                        <a:rPr lang="tr-TR" sz="1600" b="1"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600" b="1" i="1">
                              <a:effectLst/>
                              <a:latin typeface="Cambria Math" panose="02040503050406030204" pitchFamily="18" charset="0"/>
                            </a:rPr>
                          </m:ctrlPr>
                        </m:sSubPr>
                        <m:e>
                          <m:r>
                            <a:rPr lang="tr-TR" sz="1600" b="1" i="1">
                              <a:effectLst/>
                              <a:latin typeface="Cambria Math" panose="02040503050406030204" pitchFamily="18" charset="0"/>
                              <a:ea typeface="Times New Roman" panose="02020603050405020304" pitchFamily="18" charset="0"/>
                              <a:cs typeface="Times New Roman" panose="02020603050405020304" pitchFamily="18" charset="0"/>
                            </a:rPr>
                            <m:t>𝒌</m:t>
                          </m:r>
                        </m:e>
                        <m:sub>
                          <m:r>
                            <a:rPr lang="tr-TR" sz="1600" b="1" i="1">
                              <a:effectLst/>
                              <a:latin typeface="Cambria Math" panose="02040503050406030204" pitchFamily="18" charset="0"/>
                              <a:ea typeface="Times New Roman" panose="02020603050405020304" pitchFamily="18" charset="0"/>
                              <a:cs typeface="Times New Roman" panose="02020603050405020304" pitchFamily="18" charset="0"/>
                            </a:rPr>
                            <m:t>𝒔</m:t>
                          </m:r>
                        </m:sub>
                      </m:sSub>
                      <m:d>
                        <m:dPr>
                          <m:ctrlPr>
                            <a:rPr lang="tr-TR" sz="1600" b="1" i="1">
                              <a:effectLst/>
                              <a:latin typeface="Cambria Math" panose="02040503050406030204" pitchFamily="18" charset="0"/>
                            </a:rPr>
                          </m:ctrlPr>
                        </m:dPr>
                        <m:e>
                          <m:sSub>
                            <m:sSubPr>
                              <m:ctrlPr>
                                <a:rPr lang="tr-TR" sz="1600" b="1" i="1">
                                  <a:effectLst/>
                                  <a:latin typeface="Cambria Math" panose="02040503050406030204" pitchFamily="18" charset="0"/>
                                </a:rPr>
                              </m:ctrlPr>
                            </m:sSubPr>
                            <m:e>
                              <m:r>
                                <a:rPr lang="tr-TR" sz="1600" b="1" i="1">
                                  <a:effectLst/>
                                  <a:latin typeface="Cambria Math" panose="02040503050406030204" pitchFamily="18" charset="0"/>
                                  <a:ea typeface="Times New Roman" panose="02020603050405020304" pitchFamily="18" charset="0"/>
                                  <a:cs typeface="Times New Roman" panose="02020603050405020304" pitchFamily="18" charset="0"/>
                                </a:rPr>
                                <m:t>𝒛</m:t>
                              </m:r>
                            </m:e>
                            <m:sub>
                              <m:r>
                                <a:rPr lang="tr-TR" sz="1600" b="1" i="1">
                                  <a:effectLst/>
                                  <a:latin typeface="Cambria Math" panose="02040503050406030204" pitchFamily="18" charset="0"/>
                                  <a:ea typeface="Times New Roman" panose="02020603050405020304" pitchFamily="18" charset="0"/>
                                  <a:cs typeface="Times New Roman" panose="02020603050405020304" pitchFamily="18" charset="0"/>
                                </a:rPr>
                                <m:t>𝒖</m:t>
                              </m:r>
                            </m:sub>
                          </m:sSub>
                          <m:r>
                            <a:rPr lang="tr-TR" sz="1600" b="1"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600" b="1" i="1">
                                  <a:effectLst/>
                                  <a:latin typeface="Cambria Math" panose="02040503050406030204" pitchFamily="18" charset="0"/>
                                </a:rPr>
                              </m:ctrlPr>
                            </m:sSubPr>
                            <m:e>
                              <m:r>
                                <a:rPr lang="tr-TR" sz="1600" b="1" i="1">
                                  <a:effectLst/>
                                  <a:latin typeface="Cambria Math" panose="02040503050406030204" pitchFamily="18" charset="0"/>
                                  <a:ea typeface="Times New Roman" panose="02020603050405020304" pitchFamily="18" charset="0"/>
                                  <a:cs typeface="Times New Roman" panose="02020603050405020304" pitchFamily="18" charset="0"/>
                                </a:rPr>
                                <m:t>𝒛</m:t>
                              </m:r>
                            </m:e>
                            <m:sub>
                              <m:r>
                                <a:rPr lang="tr-TR" sz="1600" b="1" i="1">
                                  <a:effectLst/>
                                  <a:latin typeface="Cambria Math" panose="02040503050406030204" pitchFamily="18" charset="0"/>
                                  <a:ea typeface="Times New Roman" panose="02020603050405020304" pitchFamily="18" charset="0"/>
                                  <a:cs typeface="Times New Roman" panose="02020603050405020304" pitchFamily="18" charset="0"/>
                                </a:rPr>
                                <m:t>𝒔</m:t>
                              </m:r>
                            </m:sub>
                          </m:sSub>
                        </m:e>
                      </m:d>
                      <m:r>
                        <a:rPr lang="tr-TR" sz="1600" b="1"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600" b="1" i="1">
                              <a:effectLst/>
                              <a:latin typeface="Cambria Math" panose="02040503050406030204" pitchFamily="18" charset="0"/>
                            </a:rPr>
                          </m:ctrlPr>
                        </m:sSubPr>
                        <m:e>
                          <m:r>
                            <a:rPr lang="tr-TR" sz="1600" b="1" i="1">
                              <a:effectLst/>
                              <a:latin typeface="Cambria Math" panose="02040503050406030204" pitchFamily="18" charset="0"/>
                              <a:ea typeface="Times New Roman" panose="02020603050405020304" pitchFamily="18" charset="0"/>
                              <a:cs typeface="Times New Roman" panose="02020603050405020304" pitchFamily="18" charset="0"/>
                            </a:rPr>
                            <m:t>𝒌</m:t>
                          </m:r>
                        </m:e>
                        <m:sub>
                          <m:r>
                            <a:rPr lang="tr-TR" sz="1600" b="1" i="1">
                              <a:effectLst/>
                              <a:latin typeface="Cambria Math" panose="02040503050406030204" pitchFamily="18" charset="0"/>
                              <a:ea typeface="Times New Roman" panose="02020603050405020304" pitchFamily="18" charset="0"/>
                              <a:cs typeface="Times New Roman" panose="02020603050405020304" pitchFamily="18" charset="0"/>
                            </a:rPr>
                            <m:t>𝒕</m:t>
                          </m:r>
                        </m:sub>
                      </m:sSub>
                      <m:d>
                        <m:dPr>
                          <m:ctrlPr>
                            <a:rPr lang="tr-TR" sz="1600" b="1" i="1">
                              <a:effectLst/>
                              <a:latin typeface="Cambria Math" panose="02040503050406030204" pitchFamily="18" charset="0"/>
                            </a:rPr>
                          </m:ctrlPr>
                        </m:dPr>
                        <m:e>
                          <m:sSub>
                            <m:sSubPr>
                              <m:ctrlPr>
                                <a:rPr lang="tr-TR" sz="1600" b="1" i="1">
                                  <a:effectLst/>
                                  <a:latin typeface="Cambria Math" panose="02040503050406030204" pitchFamily="18" charset="0"/>
                                </a:rPr>
                              </m:ctrlPr>
                            </m:sSubPr>
                            <m:e>
                              <m:r>
                                <a:rPr lang="tr-TR" sz="1600" b="1" i="1">
                                  <a:effectLst/>
                                  <a:latin typeface="Cambria Math" panose="02040503050406030204" pitchFamily="18" charset="0"/>
                                  <a:ea typeface="Times New Roman" panose="02020603050405020304" pitchFamily="18" charset="0"/>
                                  <a:cs typeface="Times New Roman" panose="02020603050405020304" pitchFamily="18" charset="0"/>
                                </a:rPr>
                                <m:t>𝒛</m:t>
                              </m:r>
                            </m:e>
                            <m:sub>
                              <m:r>
                                <a:rPr lang="tr-TR" sz="1600" b="1" i="1">
                                  <a:effectLst/>
                                  <a:latin typeface="Cambria Math" panose="02040503050406030204" pitchFamily="18" charset="0"/>
                                  <a:ea typeface="Times New Roman" panose="02020603050405020304" pitchFamily="18" charset="0"/>
                                  <a:cs typeface="Times New Roman" panose="02020603050405020304" pitchFamily="18" charset="0"/>
                                </a:rPr>
                                <m:t>𝒖</m:t>
                              </m:r>
                            </m:sub>
                          </m:sSub>
                          <m:r>
                            <a:rPr lang="tr-TR" sz="1600" b="1"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600" b="1" i="1">
                                  <a:effectLst/>
                                  <a:latin typeface="Cambria Math" panose="02040503050406030204" pitchFamily="18" charset="0"/>
                                </a:rPr>
                              </m:ctrlPr>
                            </m:sSubPr>
                            <m:e>
                              <m:r>
                                <a:rPr lang="tr-TR" sz="1600" b="1" i="1">
                                  <a:effectLst/>
                                  <a:latin typeface="Cambria Math" panose="02040503050406030204" pitchFamily="18" charset="0"/>
                                  <a:ea typeface="Times New Roman" panose="02020603050405020304" pitchFamily="18" charset="0"/>
                                  <a:cs typeface="Times New Roman" panose="02020603050405020304" pitchFamily="18" charset="0"/>
                                </a:rPr>
                                <m:t>𝒛</m:t>
                              </m:r>
                            </m:e>
                            <m:sub>
                              <m:r>
                                <a:rPr lang="tr-TR" sz="1600" b="1" i="1">
                                  <a:effectLst/>
                                  <a:latin typeface="Cambria Math" panose="02040503050406030204" pitchFamily="18" charset="0"/>
                                  <a:ea typeface="Times New Roman" panose="02020603050405020304" pitchFamily="18" charset="0"/>
                                  <a:cs typeface="Times New Roman" panose="02020603050405020304" pitchFamily="18" charset="0"/>
                                </a:rPr>
                                <m:t>𝒓</m:t>
                              </m:r>
                            </m:sub>
                          </m:sSub>
                        </m:e>
                      </m:d>
                      <m:r>
                        <a:rPr lang="tr-TR" sz="1600" b="1" i="1">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tr-TR" sz="1600" b="1" i="1">
                              <a:effectLst/>
                              <a:latin typeface="Cambria Math" panose="02040503050406030204" pitchFamily="18" charset="0"/>
                            </a:rPr>
                          </m:ctrlPr>
                        </m:sSubPr>
                        <m:e>
                          <m:r>
                            <a:rPr lang="tr-TR" sz="1600" b="1" i="1">
                              <a:effectLst/>
                              <a:latin typeface="Cambria Math" panose="02040503050406030204" pitchFamily="18" charset="0"/>
                              <a:ea typeface="Times New Roman" panose="02020603050405020304" pitchFamily="18" charset="0"/>
                              <a:cs typeface="Times New Roman" panose="02020603050405020304" pitchFamily="18" charset="0"/>
                            </a:rPr>
                            <m:t>𝒇</m:t>
                          </m:r>
                        </m:e>
                        <m:sub>
                          <m:r>
                            <a:rPr lang="tr-TR" sz="1600" b="1" i="1">
                              <a:effectLst/>
                              <a:latin typeface="Cambria Math" panose="02040503050406030204" pitchFamily="18" charset="0"/>
                              <a:ea typeface="Times New Roman" panose="02020603050405020304" pitchFamily="18" charset="0"/>
                              <a:cs typeface="Times New Roman" panose="02020603050405020304" pitchFamily="18" charset="0"/>
                            </a:rPr>
                            <m:t>𝒂</m:t>
                          </m:r>
                        </m:sub>
                      </m:sSub>
                    </m:oMath>
                  </m:oMathPara>
                </a14:m>
                <a:endParaRPr lang="tr-TR" sz="1600" dirty="0"/>
              </a:p>
              <a:p>
                <a:endParaRPr lang="tr-TR" dirty="0"/>
              </a:p>
              <a:p>
                <a14:m>
                  <m:oMath xmlns:m="http://schemas.openxmlformats.org/officeDocument/2006/math">
                    <m:sSub>
                      <m:sSubPr>
                        <m:ctrlPr>
                          <a:rPr lang="tr-TR" b="1" i="1" smtClean="0">
                            <a:effectLst/>
                            <a:latin typeface="Cambria Math" panose="02040503050406030204" pitchFamily="18" charset="0"/>
                          </a:rPr>
                        </m:ctrlPr>
                      </m:sSubPr>
                      <m:e>
                        <m:r>
                          <a:rPr lang="tr-TR" b="1" i="1" smtClean="0">
                            <a:effectLst/>
                            <a:latin typeface="Cambria Math" panose="02040503050406030204" pitchFamily="18" charset="0"/>
                          </a:rPr>
                          <m:t>        </m:t>
                        </m:r>
                        <m:acc>
                          <m:accPr>
                            <m:chr m:val="̈"/>
                            <m:ctrlPr>
                              <a:rPr lang="tr-TR" b="1" i="1">
                                <a:effectLst/>
                                <a:latin typeface="Cambria Math" panose="02040503050406030204" pitchFamily="18" charset="0"/>
                              </a:rPr>
                            </m:ctrlPr>
                          </m:accPr>
                          <m:e>
                            <m:r>
                              <a:rPr lang="tr-TR" b="1" i="1">
                                <a:effectLst/>
                                <a:latin typeface="Cambria Math" panose="02040503050406030204" pitchFamily="18" charset="0"/>
                                <a:ea typeface="Times New Roman" panose="02020603050405020304" pitchFamily="18" charset="0"/>
                                <a:cs typeface="Times New Roman" panose="02020603050405020304" pitchFamily="18" charset="0"/>
                              </a:rPr>
                              <m:t>𝒛</m:t>
                            </m:r>
                          </m:e>
                        </m:acc>
                      </m:e>
                      <m:sub>
                        <m:r>
                          <a:rPr lang="tr-TR" b="1" i="1">
                            <a:effectLst/>
                            <a:latin typeface="Cambria Math" panose="02040503050406030204" pitchFamily="18" charset="0"/>
                            <a:ea typeface="Times New Roman" panose="02020603050405020304" pitchFamily="18" charset="0"/>
                            <a:cs typeface="Times New Roman" panose="02020603050405020304" pitchFamily="18" charset="0"/>
                          </a:rPr>
                          <m:t>𝒖</m:t>
                        </m:r>
                      </m:sub>
                    </m:sSub>
                    <m:r>
                      <a:rPr lang="tr-TR" b="1"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tr-TR" b="1" i="1">
                            <a:effectLst/>
                            <a:latin typeface="Cambria Math" panose="02040503050406030204" pitchFamily="18" charset="0"/>
                          </a:rPr>
                        </m:ctrlPr>
                      </m:fPr>
                      <m:num>
                        <m:sSub>
                          <m:sSubPr>
                            <m:ctrlPr>
                              <a:rPr lang="tr-TR" b="1" i="1">
                                <a:effectLst/>
                                <a:latin typeface="Cambria Math" panose="02040503050406030204" pitchFamily="18" charset="0"/>
                              </a:rPr>
                            </m:ctrlPr>
                          </m:sSubPr>
                          <m:e>
                            <m:r>
                              <a:rPr lang="tr-TR" b="1" i="1">
                                <a:effectLst/>
                                <a:latin typeface="Cambria Math" panose="02040503050406030204" pitchFamily="18" charset="0"/>
                                <a:ea typeface="Times New Roman" panose="02020603050405020304" pitchFamily="18" charset="0"/>
                                <a:cs typeface="Times New Roman" panose="02020603050405020304" pitchFamily="18" charset="0"/>
                              </a:rPr>
                              <m:t>𝒃</m:t>
                            </m:r>
                          </m:e>
                          <m:sub>
                            <m:r>
                              <a:rPr lang="tr-TR" b="1" i="1">
                                <a:effectLst/>
                                <a:latin typeface="Cambria Math" panose="02040503050406030204" pitchFamily="18" charset="0"/>
                                <a:ea typeface="Times New Roman" panose="02020603050405020304" pitchFamily="18" charset="0"/>
                                <a:cs typeface="Times New Roman" panose="02020603050405020304" pitchFamily="18" charset="0"/>
                              </a:rPr>
                              <m:t>𝒔</m:t>
                            </m:r>
                          </m:sub>
                        </m:sSub>
                        <m:sSub>
                          <m:sSubPr>
                            <m:ctrlPr>
                              <a:rPr lang="tr-TR" b="1" i="1">
                                <a:effectLst/>
                                <a:latin typeface="Cambria Math" panose="02040503050406030204" pitchFamily="18" charset="0"/>
                              </a:rPr>
                            </m:ctrlPr>
                          </m:sSubPr>
                          <m:e>
                            <m:acc>
                              <m:accPr>
                                <m:chr m:val="̇"/>
                                <m:ctrlPr>
                                  <a:rPr lang="tr-TR" b="1" i="1">
                                    <a:effectLst/>
                                    <a:latin typeface="Cambria Math" panose="02040503050406030204" pitchFamily="18" charset="0"/>
                                  </a:rPr>
                                </m:ctrlPr>
                              </m:accPr>
                              <m:e>
                                <m:r>
                                  <a:rPr lang="tr-TR" b="1" i="1">
                                    <a:effectLst/>
                                    <a:latin typeface="Cambria Math" panose="02040503050406030204" pitchFamily="18" charset="0"/>
                                    <a:ea typeface="Times New Roman" panose="02020603050405020304" pitchFamily="18" charset="0"/>
                                    <a:cs typeface="Times New Roman" panose="02020603050405020304" pitchFamily="18" charset="0"/>
                                  </a:rPr>
                                  <m:t>𝒛</m:t>
                                </m:r>
                              </m:e>
                            </m:acc>
                          </m:e>
                          <m:sub>
                            <m:r>
                              <a:rPr lang="tr-TR" b="1" i="1">
                                <a:effectLst/>
                                <a:latin typeface="Cambria Math" panose="02040503050406030204" pitchFamily="18" charset="0"/>
                                <a:ea typeface="Times New Roman" panose="02020603050405020304" pitchFamily="18" charset="0"/>
                                <a:cs typeface="Times New Roman" panose="02020603050405020304" pitchFamily="18" charset="0"/>
                              </a:rPr>
                              <m:t>𝒖</m:t>
                            </m:r>
                          </m:sub>
                        </m:sSub>
                      </m:num>
                      <m:den>
                        <m:sSub>
                          <m:sSubPr>
                            <m:ctrlPr>
                              <a:rPr lang="tr-TR" b="1" i="1">
                                <a:effectLst/>
                                <a:latin typeface="Cambria Math" panose="02040503050406030204" pitchFamily="18" charset="0"/>
                              </a:rPr>
                            </m:ctrlPr>
                          </m:sSubPr>
                          <m:e>
                            <m:r>
                              <a:rPr lang="tr-TR" b="1" i="1">
                                <a:effectLst/>
                                <a:latin typeface="Cambria Math" panose="02040503050406030204" pitchFamily="18" charset="0"/>
                                <a:ea typeface="Times New Roman" panose="02020603050405020304" pitchFamily="18" charset="0"/>
                                <a:cs typeface="Times New Roman" panose="02020603050405020304" pitchFamily="18" charset="0"/>
                              </a:rPr>
                              <m:t>𝒎</m:t>
                            </m:r>
                          </m:e>
                          <m:sub>
                            <m:r>
                              <a:rPr lang="tr-TR" b="1" i="1">
                                <a:effectLst/>
                                <a:latin typeface="Cambria Math" panose="02040503050406030204" pitchFamily="18" charset="0"/>
                                <a:ea typeface="Times New Roman" panose="02020603050405020304" pitchFamily="18" charset="0"/>
                                <a:cs typeface="Times New Roman" panose="02020603050405020304" pitchFamily="18" charset="0"/>
                              </a:rPr>
                              <m:t>𝒖</m:t>
                            </m:r>
                          </m:sub>
                        </m:sSub>
                      </m:den>
                    </m:f>
                    <m:r>
                      <a:rPr lang="tr-TR" b="1"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tr-TR" b="1" i="1">
                            <a:effectLst/>
                            <a:latin typeface="Cambria Math" panose="02040503050406030204" pitchFamily="18" charset="0"/>
                          </a:rPr>
                        </m:ctrlPr>
                      </m:fPr>
                      <m:num>
                        <m:sSub>
                          <m:sSubPr>
                            <m:ctrlPr>
                              <a:rPr lang="tr-TR" b="1" i="1">
                                <a:effectLst/>
                                <a:latin typeface="Cambria Math" panose="02040503050406030204" pitchFamily="18" charset="0"/>
                              </a:rPr>
                            </m:ctrlPr>
                          </m:sSubPr>
                          <m:e>
                            <m:r>
                              <a:rPr lang="tr-TR" b="1" i="1">
                                <a:effectLst/>
                                <a:latin typeface="Cambria Math" panose="02040503050406030204" pitchFamily="18" charset="0"/>
                                <a:ea typeface="Times New Roman" panose="02020603050405020304" pitchFamily="18" charset="0"/>
                                <a:cs typeface="Times New Roman" panose="02020603050405020304" pitchFamily="18" charset="0"/>
                              </a:rPr>
                              <m:t>𝒃</m:t>
                            </m:r>
                          </m:e>
                          <m:sub>
                            <m:r>
                              <a:rPr lang="tr-TR" b="1" i="1">
                                <a:effectLst/>
                                <a:latin typeface="Cambria Math" panose="02040503050406030204" pitchFamily="18" charset="0"/>
                                <a:ea typeface="Times New Roman" panose="02020603050405020304" pitchFamily="18" charset="0"/>
                                <a:cs typeface="Times New Roman" panose="02020603050405020304" pitchFamily="18" charset="0"/>
                              </a:rPr>
                              <m:t>𝒖</m:t>
                            </m:r>
                          </m:sub>
                        </m:sSub>
                        <m:sSub>
                          <m:sSubPr>
                            <m:ctrlPr>
                              <a:rPr lang="tr-TR" b="1" i="1">
                                <a:effectLst/>
                                <a:latin typeface="Cambria Math" panose="02040503050406030204" pitchFamily="18" charset="0"/>
                              </a:rPr>
                            </m:ctrlPr>
                          </m:sSubPr>
                          <m:e>
                            <m:acc>
                              <m:accPr>
                                <m:chr m:val="̇"/>
                                <m:ctrlPr>
                                  <a:rPr lang="tr-TR" b="1" i="1">
                                    <a:effectLst/>
                                    <a:latin typeface="Cambria Math" panose="02040503050406030204" pitchFamily="18" charset="0"/>
                                  </a:rPr>
                                </m:ctrlPr>
                              </m:accPr>
                              <m:e>
                                <m:r>
                                  <a:rPr lang="tr-TR" b="1" i="1">
                                    <a:effectLst/>
                                    <a:latin typeface="Cambria Math" panose="02040503050406030204" pitchFamily="18" charset="0"/>
                                    <a:ea typeface="Times New Roman" panose="02020603050405020304" pitchFamily="18" charset="0"/>
                                    <a:cs typeface="Times New Roman" panose="02020603050405020304" pitchFamily="18" charset="0"/>
                                  </a:rPr>
                                  <m:t>𝒛</m:t>
                                </m:r>
                              </m:e>
                            </m:acc>
                          </m:e>
                          <m:sub>
                            <m:r>
                              <a:rPr lang="tr-TR" b="1" i="1">
                                <a:effectLst/>
                                <a:latin typeface="Cambria Math" panose="02040503050406030204" pitchFamily="18" charset="0"/>
                                <a:ea typeface="Times New Roman" panose="02020603050405020304" pitchFamily="18" charset="0"/>
                                <a:cs typeface="Times New Roman" panose="02020603050405020304" pitchFamily="18" charset="0"/>
                              </a:rPr>
                              <m:t>𝒖</m:t>
                            </m:r>
                          </m:sub>
                        </m:sSub>
                      </m:num>
                      <m:den>
                        <m:sSub>
                          <m:sSubPr>
                            <m:ctrlPr>
                              <a:rPr lang="tr-TR" b="1" i="1">
                                <a:effectLst/>
                                <a:latin typeface="Cambria Math" panose="02040503050406030204" pitchFamily="18" charset="0"/>
                              </a:rPr>
                            </m:ctrlPr>
                          </m:sSubPr>
                          <m:e>
                            <m:r>
                              <a:rPr lang="tr-TR" b="1" i="1">
                                <a:effectLst/>
                                <a:latin typeface="Cambria Math" panose="02040503050406030204" pitchFamily="18" charset="0"/>
                                <a:ea typeface="Times New Roman" panose="02020603050405020304" pitchFamily="18" charset="0"/>
                                <a:cs typeface="Times New Roman" panose="02020603050405020304" pitchFamily="18" charset="0"/>
                              </a:rPr>
                              <m:t>𝒎</m:t>
                            </m:r>
                          </m:e>
                          <m:sub>
                            <m:r>
                              <a:rPr lang="tr-TR" b="1" i="1">
                                <a:effectLst/>
                                <a:latin typeface="Cambria Math" panose="02040503050406030204" pitchFamily="18" charset="0"/>
                                <a:ea typeface="Times New Roman" panose="02020603050405020304" pitchFamily="18" charset="0"/>
                                <a:cs typeface="Times New Roman" panose="02020603050405020304" pitchFamily="18" charset="0"/>
                              </a:rPr>
                              <m:t>𝒖</m:t>
                            </m:r>
                          </m:sub>
                        </m:sSub>
                      </m:den>
                    </m:f>
                    <m:r>
                      <a:rPr lang="tr-TR" b="1"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tr-TR" b="1" i="1">
                            <a:effectLst/>
                            <a:latin typeface="Cambria Math" panose="02040503050406030204" pitchFamily="18" charset="0"/>
                          </a:rPr>
                        </m:ctrlPr>
                      </m:fPr>
                      <m:num>
                        <m:sSub>
                          <m:sSubPr>
                            <m:ctrlPr>
                              <a:rPr lang="tr-TR" b="1" i="1">
                                <a:effectLst/>
                                <a:latin typeface="Cambria Math" panose="02040503050406030204" pitchFamily="18" charset="0"/>
                              </a:rPr>
                            </m:ctrlPr>
                          </m:sSubPr>
                          <m:e>
                            <m:r>
                              <a:rPr lang="tr-TR" b="1" i="1">
                                <a:effectLst/>
                                <a:latin typeface="Cambria Math" panose="02040503050406030204" pitchFamily="18" charset="0"/>
                                <a:ea typeface="Times New Roman" panose="02020603050405020304" pitchFamily="18" charset="0"/>
                                <a:cs typeface="Times New Roman" panose="02020603050405020304" pitchFamily="18" charset="0"/>
                              </a:rPr>
                              <m:t>𝒃</m:t>
                            </m:r>
                          </m:e>
                          <m:sub>
                            <m:r>
                              <a:rPr lang="tr-TR" b="1" i="1">
                                <a:effectLst/>
                                <a:latin typeface="Cambria Math" panose="02040503050406030204" pitchFamily="18" charset="0"/>
                                <a:ea typeface="Times New Roman" panose="02020603050405020304" pitchFamily="18" charset="0"/>
                                <a:cs typeface="Times New Roman" panose="02020603050405020304" pitchFamily="18" charset="0"/>
                              </a:rPr>
                              <m:t>𝒔</m:t>
                            </m:r>
                          </m:sub>
                        </m:sSub>
                        <m:sSub>
                          <m:sSubPr>
                            <m:ctrlPr>
                              <a:rPr lang="tr-TR" b="1" i="1">
                                <a:effectLst/>
                                <a:latin typeface="Cambria Math" panose="02040503050406030204" pitchFamily="18" charset="0"/>
                              </a:rPr>
                            </m:ctrlPr>
                          </m:sSubPr>
                          <m:e>
                            <m:acc>
                              <m:accPr>
                                <m:chr m:val="̇"/>
                                <m:ctrlPr>
                                  <a:rPr lang="tr-TR" b="1" i="1">
                                    <a:effectLst/>
                                    <a:latin typeface="Cambria Math" panose="02040503050406030204" pitchFamily="18" charset="0"/>
                                  </a:rPr>
                                </m:ctrlPr>
                              </m:accPr>
                              <m:e>
                                <m:r>
                                  <a:rPr lang="tr-TR" b="1" i="1">
                                    <a:effectLst/>
                                    <a:latin typeface="Cambria Math" panose="02040503050406030204" pitchFamily="18" charset="0"/>
                                    <a:ea typeface="Times New Roman" panose="02020603050405020304" pitchFamily="18" charset="0"/>
                                    <a:cs typeface="Times New Roman" panose="02020603050405020304" pitchFamily="18" charset="0"/>
                                  </a:rPr>
                                  <m:t>𝒛</m:t>
                                </m:r>
                              </m:e>
                            </m:acc>
                          </m:e>
                          <m:sub>
                            <m:r>
                              <a:rPr lang="tr-TR" b="1" i="1">
                                <a:effectLst/>
                                <a:latin typeface="Cambria Math" panose="02040503050406030204" pitchFamily="18" charset="0"/>
                                <a:ea typeface="Times New Roman" panose="02020603050405020304" pitchFamily="18" charset="0"/>
                                <a:cs typeface="Times New Roman" panose="02020603050405020304" pitchFamily="18" charset="0"/>
                              </a:rPr>
                              <m:t>𝒔</m:t>
                            </m:r>
                          </m:sub>
                        </m:sSub>
                      </m:num>
                      <m:den>
                        <m:sSub>
                          <m:sSubPr>
                            <m:ctrlPr>
                              <a:rPr lang="tr-TR" b="1" i="1">
                                <a:effectLst/>
                                <a:latin typeface="Cambria Math" panose="02040503050406030204" pitchFamily="18" charset="0"/>
                              </a:rPr>
                            </m:ctrlPr>
                          </m:sSubPr>
                          <m:e>
                            <m:r>
                              <a:rPr lang="tr-TR" b="1" i="1">
                                <a:effectLst/>
                                <a:latin typeface="Cambria Math" panose="02040503050406030204" pitchFamily="18" charset="0"/>
                                <a:ea typeface="Times New Roman" panose="02020603050405020304" pitchFamily="18" charset="0"/>
                                <a:cs typeface="Times New Roman" panose="02020603050405020304" pitchFamily="18" charset="0"/>
                              </a:rPr>
                              <m:t>𝒎</m:t>
                            </m:r>
                          </m:e>
                          <m:sub>
                            <m:r>
                              <a:rPr lang="tr-TR" b="1" i="1">
                                <a:effectLst/>
                                <a:latin typeface="Cambria Math" panose="02040503050406030204" pitchFamily="18" charset="0"/>
                                <a:ea typeface="Times New Roman" panose="02020603050405020304" pitchFamily="18" charset="0"/>
                                <a:cs typeface="Times New Roman" panose="02020603050405020304" pitchFamily="18" charset="0"/>
                              </a:rPr>
                              <m:t>𝒖</m:t>
                            </m:r>
                          </m:sub>
                        </m:sSub>
                      </m:den>
                    </m:f>
                    <m:r>
                      <a:rPr lang="tr-TR" b="1"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tr-TR" b="1" i="1">
                            <a:effectLst/>
                            <a:latin typeface="Cambria Math" panose="02040503050406030204" pitchFamily="18" charset="0"/>
                          </a:rPr>
                        </m:ctrlPr>
                      </m:fPr>
                      <m:num>
                        <m:sSub>
                          <m:sSubPr>
                            <m:ctrlPr>
                              <a:rPr lang="tr-TR" b="1" i="1">
                                <a:effectLst/>
                                <a:latin typeface="Cambria Math" panose="02040503050406030204" pitchFamily="18" charset="0"/>
                              </a:rPr>
                            </m:ctrlPr>
                          </m:sSubPr>
                          <m:e>
                            <m:r>
                              <a:rPr lang="tr-TR" b="1" i="1">
                                <a:effectLst/>
                                <a:latin typeface="Cambria Math" panose="02040503050406030204" pitchFamily="18" charset="0"/>
                                <a:ea typeface="Times New Roman" panose="02020603050405020304" pitchFamily="18" charset="0"/>
                                <a:cs typeface="Times New Roman" panose="02020603050405020304" pitchFamily="18" charset="0"/>
                              </a:rPr>
                              <m:t>𝒃</m:t>
                            </m:r>
                          </m:e>
                          <m:sub>
                            <m:r>
                              <a:rPr lang="tr-TR" b="1" i="1">
                                <a:effectLst/>
                                <a:latin typeface="Cambria Math" panose="02040503050406030204" pitchFamily="18" charset="0"/>
                                <a:ea typeface="Times New Roman" panose="02020603050405020304" pitchFamily="18" charset="0"/>
                                <a:cs typeface="Times New Roman" panose="02020603050405020304" pitchFamily="18" charset="0"/>
                              </a:rPr>
                              <m:t>𝒖</m:t>
                            </m:r>
                          </m:sub>
                        </m:sSub>
                        <m:sSub>
                          <m:sSubPr>
                            <m:ctrlPr>
                              <a:rPr lang="tr-TR" b="1" i="1">
                                <a:effectLst/>
                                <a:latin typeface="Cambria Math" panose="02040503050406030204" pitchFamily="18" charset="0"/>
                              </a:rPr>
                            </m:ctrlPr>
                          </m:sSubPr>
                          <m:e>
                            <m:acc>
                              <m:accPr>
                                <m:chr m:val="̇"/>
                                <m:ctrlPr>
                                  <a:rPr lang="tr-TR" b="1" i="1">
                                    <a:effectLst/>
                                    <a:latin typeface="Cambria Math" panose="02040503050406030204" pitchFamily="18" charset="0"/>
                                  </a:rPr>
                                </m:ctrlPr>
                              </m:accPr>
                              <m:e>
                                <m:r>
                                  <a:rPr lang="tr-TR" b="1" i="1">
                                    <a:effectLst/>
                                    <a:latin typeface="Cambria Math" panose="02040503050406030204" pitchFamily="18" charset="0"/>
                                    <a:ea typeface="Times New Roman" panose="02020603050405020304" pitchFamily="18" charset="0"/>
                                    <a:cs typeface="Times New Roman" panose="02020603050405020304" pitchFamily="18" charset="0"/>
                                  </a:rPr>
                                  <m:t>𝒛</m:t>
                                </m:r>
                              </m:e>
                            </m:acc>
                          </m:e>
                          <m:sub>
                            <m:r>
                              <a:rPr lang="tr-TR" b="1" i="1">
                                <a:effectLst/>
                                <a:latin typeface="Cambria Math" panose="02040503050406030204" pitchFamily="18" charset="0"/>
                                <a:ea typeface="Times New Roman" panose="02020603050405020304" pitchFamily="18" charset="0"/>
                                <a:cs typeface="Times New Roman" panose="02020603050405020304" pitchFamily="18" charset="0"/>
                              </a:rPr>
                              <m:t>𝒓</m:t>
                            </m:r>
                          </m:sub>
                        </m:sSub>
                      </m:num>
                      <m:den>
                        <m:sSub>
                          <m:sSubPr>
                            <m:ctrlPr>
                              <a:rPr lang="tr-TR" b="1" i="1">
                                <a:effectLst/>
                                <a:latin typeface="Cambria Math" panose="02040503050406030204" pitchFamily="18" charset="0"/>
                              </a:rPr>
                            </m:ctrlPr>
                          </m:sSubPr>
                          <m:e>
                            <m:r>
                              <a:rPr lang="tr-TR" b="1" i="1">
                                <a:effectLst/>
                                <a:latin typeface="Cambria Math" panose="02040503050406030204" pitchFamily="18" charset="0"/>
                                <a:ea typeface="Times New Roman" panose="02020603050405020304" pitchFamily="18" charset="0"/>
                                <a:cs typeface="Times New Roman" panose="02020603050405020304" pitchFamily="18" charset="0"/>
                              </a:rPr>
                              <m:t>𝒎</m:t>
                            </m:r>
                          </m:e>
                          <m:sub>
                            <m:r>
                              <a:rPr lang="tr-TR" b="1" i="1">
                                <a:effectLst/>
                                <a:latin typeface="Cambria Math" panose="02040503050406030204" pitchFamily="18" charset="0"/>
                                <a:ea typeface="Times New Roman" panose="02020603050405020304" pitchFamily="18" charset="0"/>
                                <a:cs typeface="Times New Roman" panose="02020603050405020304" pitchFamily="18" charset="0"/>
                              </a:rPr>
                              <m:t>𝒖</m:t>
                            </m:r>
                          </m:sub>
                        </m:sSub>
                      </m:den>
                    </m:f>
                    <m:r>
                      <a:rPr lang="tr-TR" b="1"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tr-TR" b="1" i="1">
                            <a:effectLst/>
                            <a:latin typeface="Cambria Math" panose="02040503050406030204" pitchFamily="18" charset="0"/>
                          </a:rPr>
                        </m:ctrlPr>
                      </m:fPr>
                      <m:num>
                        <m:sSub>
                          <m:sSubPr>
                            <m:ctrlPr>
                              <a:rPr lang="tr-TR" b="1" i="1">
                                <a:effectLst/>
                                <a:latin typeface="Cambria Math" panose="02040503050406030204" pitchFamily="18" charset="0"/>
                              </a:rPr>
                            </m:ctrlPr>
                          </m:sSubPr>
                          <m:e>
                            <m:r>
                              <a:rPr lang="tr-TR" b="1" i="1">
                                <a:effectLst/>
                                <a:latin typeface="Cambria Math" panose="02040503050406030204" pitchFamily="18" charset="0"/>
                                <a:ea typeface="Times New Roman" panose="02020603050405020304" pitchFamily="18" charset="0"/>
                                <a:cs typeface="Times New Roman" panose="02020603050405020304" pitchFamily="18" charset="0"/>
                              </a:rPr>
                              <m:t>  </m:t>
                            </m:r>
                            <m:r>
                              <a:rPr lang="tr-TR" b="1" i="1">
                                <a:effectLst/>
                                <a:latin typeface="Cambria Math" panose="02040503050406030204" pitchFamily="18" charset="0"/>
                                <a:ea typeface="Times New Roman" panose="02020603050405020304" pitchFamily="18" charset="0"/>
                                <a:cs typeface="Times New Roman" panose="02020603050405020304" pitchFamily="18" charset="0"/>
                              </a:rPr>
                              <m:t>𝒌</m:t>
                            </m:r>
                          </m:e>
                          <m:sub>
                            <m:r>
                              <a:rPr lang="tr-TR" b="1" i="1">
                                <a:effectLst/>
                                <a:latin typeface="Cambria Math" panose="02040503050406030204" pitchFamily="18" charset="0"/>
                                <a:ea typeface="Times New Roman" panose="02020603050405020304" pitchFamily="18" charset="0"/>
                                <a:cs typeface="Times New Roman" panose="02020603050405020304" pitchFamily="18" charset="0"/>
                              </a:rPr>
                              <m:t>𝒔</m:t>
                            </m:r>
                          </m:sub>
                        </m:sSub>
                        <m:d>
                          <m:dPr>
                            <m:ctrlPr>
                              <a:rPr lang="tr-TR" b="1" i="1">
                                <a:effectLst/>
                                <a:latin typeface="Cambria Math" panose="02040503050406030204" pitchFamily="18" charset="0"/>
                              </a:rPr>
                            </m:ctrlPr>
                          </m:dPr>
                          <m:e>
                            <m:sSub>
                              <m:sSubPr>
                                <m:ctrlPr>
                                  <a:rPr lang="tr-TR" b="1" i="1">
                                    <a:effectLst/>
                                    <a:latin typeface="Cambria Math" panose="02040503050406030204" pitchFamily="18" charset="0"/>
                                  </a:rPr>
                                </m:ctrlPr>
                              </m:sSubPr>
                              <m:e>
                                <m:r>
                                  <a:rPr lang="tr-TR" b="1" i="1">
                                    <a:effectLst/>
                                    <a:latin typeface="Cambria Math" panose="02040503050406030204" pitchFamily="18" charset="0"/>
                                    <a:ea typeface="Times New Roman" panose="02020603050405020304" pitchFamily="18" charset="0"/>
                                    <a:cs typeface="Times New Roman" panose="02020603050405020304" pitchFamily="18" charset="0"/>
                                  </a:rPr>
                                  <m:t>𝒛</m:t>
                                </m:r>
                              </m:e>
                              <m:sub>
                                <m:r>
                                  <a:rPr lang="tr-TR" b="1" i="1">
                                    <a:effectLst/>
                                    <a:latin typeface="Cambria Math" panose="02040503050406030204" pitchFamily="18" charset="0"/>
                                    <a:ea typeface="Times New Roman" panose="02020603050405020304" pitchFamily="18" charset="0"/>
                                    <a:cs typeface="Times New Roman" panose="02020603050405020304" pitchFamily="18" charset="0"/>
                                  </a:rPr>
                                  <m:t>𝒖</m:t>
                                </m:r>
                              </m:sub>
                            </m:sSub>
                            <m:r>
                              <a:rPr lang="tr-TR" b="1"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b="1" i="1">
                                    <a:effectLst/>
                                    <a:latin typeface="Cambria Math" panose="02040503050406030204" pitchFamily="18" charset="0"/>
                                  </a:rPr>
                                </m:ctrlPr>
                              </m:sSubPr>
                              <m:e>
                                <m:r>
                                  <a:rPr lang="tr-TR" b="1" i="1">
                                    <a:effectLst/>
                                    <a:latin typeface="Cambria Math" panose="02040503050406030204" pitchFamily="18" charset="0"/>
                                    <a:ea typeface="Times New Roman" panose="02020603050405020304" pitchFamily="18" charset="0"/>
                                    <a:cs typeface="Times New Roman" panose="02020603050405020304" pitchFamily="18" charset="0"/>
                                  </a:rPr>
                                  <m:t>𝒛</m:t>
                                </m:r>
                              </m:e>
                              <m:sub>
                                <m:r>
                                  <a:rPr lang="tr-TR" b="1" i="1">
                                    <a:effectLst/>
                                    <a:latin typeface="Cambria Math" panose="02040503050406030204" pitchFamily="18" charset="0"/>
                                    <a:ea typeface="Times New Roman" panose="02020603050405020304" pitchFamily="18" charset="0"/>
                                    <a:cs typeface="Times New Roman" panose="02020603050405020304" pitchFamily="18" charset="0"/>
                                  </a:rPr>
                                  <m:t>𝒔</m:t>
                                </m:r>
                              </m:sub>
                            </m:sSub>
                          </m:e>
                        </m:d>
                      </m:num>
                      <m:den>
                        <m:sSub>
                          <m:sSubPr>
                            <m:ctrlPr>
                              <a:rPr lang="tr-TR" b="1" i="1">
                                <a:effectLst/>
                                <a:latin typeface="Cambria Math" panose="02040503050406030204" pitchFamily="18" charset="0"/>
                              </a:rPr>
                            </m:ctrlPr>
                          </m:sSubPr>
                          <m:e>
                            <m:r>
                              <a:rPr lang="tr-TR" b="1" i="1">
                                <a:effectLst/>
                                <a:latin typeface="Cambria Math" panose="02040503050406030204" pitchFamily="18" charset="0"/>
                                <a:ea typeface="Times New Roman" panose="02020603050405020304" pitchFamily="18" charset="0"/>
                                <a:cs typeface="Times New Roman" panose="02020603050405020304" pitchFamily="18" charset="0"/>
                              </a:rPr>
                              <m:t>𝒎</m:t>
                            </m:r>
                          </m:e>
                          <m:sub>
                            <m:r>
                              <a:rPr lang="tr-TR" b="1" i="1">
                                <a:effectLst/>
                                <a:latin typeface="Cambria Math" panose="02040503050406030204" pitchFamily="18" charset="0"/>
                                <a:ea typeface="Times New Roman" panose="02020603050405020304" pitchFamily="18" charset="0"/>
                                <a:cs typeface="Times New Roman" panose="02020603050405020304" pitchFamily="18" charset="0"/>
                              </a:rPr>
                              <m:t>𝒖</m:t>
                            </m:r>
                          </m:sub>
                        </m:sSub>
                      </m:den>
                    </m:f>
                    <m:r>
                      <a:rPr lang="tr-TR" b="1"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tr-TR" b="1" i="1">
                            <a:effectLst/>
                            <a:latin typeface="Cambria Math" panose="02040503050406030204" pitchFamily="18" charset="0"/>
                          </a:rPr>
                        </m:ctrlPr>
                      </m:fPr>
                      <m:num>
                        <m:sSub>
                          <m:sSubPr>
                            <m:ctrlPr>
                              <a:rPr lang="tr-TR" b="1" i="1">
                                <a:effectLst/>
                                <a:latin typeface="Cambria Math" panose="02040503050406030204" pitchFamily="18" charset="0"/>
                              </a:rPr>
                            </m:ctrlPr>
                          </m:sSubPr>
                          <m:e>
                            <m:r>
                              <a:rPr lang="tr-TR" b="1" i="1">
                                <a:effectLst/>
                                <a:latin typeface="Cambria Math" panose="02040503050406030204" pitchFamily="18" charset="0"/>
                                <a:ea typeface="Times New Roman" panose="02020603050405020304" pitchFamily="18" charset="0"/>
                                <a:cs typeface="Times New Roman" panose="02020603050405020304" pitchFamily="18" charset="0"/>
                              </a:rPr>
                              <m:t>  </m:t>
                            </m:r>
                            <m:r>
                              <a:rPr lang="tr-TR" b="1" i="1">
                                <a:effectLst/>
                                <a:latin typeface="Cambria Math" panose="02040503050406030204" pitchFamily="18" charset="0"/>
                                <a:ea typeface="Times New Roman" panose="02020603050405020304" pitchFamily="18" charset="0"/>
                                <a:cs typeface="Times New Roman" panose="02020603050405020304" pitchFamily="18" charset="0"/>
                              </a:rPr>
                              <m:t>𝒌</m:t>
                            </m:r>
                          </m:e>
                          <m:sub>
                            <m:r>
                              <a:rPr lang="tr-TR" b="1" i="1">
                                <a:effectLst/>
                                <a:latin typeface="Cambria Math" panose="02040503050406030204" pitchFamily="18" charset="0"/>
                                <a:ea typeface="Times New Roman" panose="02020603050405020304" pitchFamily="18" charset="0"/>
                                <a:cs typeface="Times New Roman" panose="02020603050405020304" pitchFamily="18" charset="0"/>
                              </a:rPr>
                              <m:t>𝒖</m:t>
                            </m:r>
                          </m:sub>
                        </m:sSub>
                        <m:d>
                          <m:dPr>
                            <m:ctrlPr>
                              <a:rPr lang="tr-TR" b="1" i="1">
                                <a:effectLst/>
                                <a:latin typeface="Cambria Math" panose="02040503050406030204" pitchFamily="18" charset="0"/>
                              </a:rPr>
                            </m:ctrlPr>
                          </m:dPr>
                          <m:e>
                            <m:sSub>
                              <m:sSubPr>
                                <m:ctrlPr>
                                  <a:rPr lang="tr-TR" b="1" i="1">
                                    <a:effectLst/>
                                    <a:latin typeface="Cambria Math" panose="02040503050406030204" pitchFamily="18" charset="0"/>
                                  </a:rPr>
                                </m:ctrlPr>
                              </m:sSubPr>
                              <m:e>
                                <m:r>
                                  <a:rPr lang="tr-TR" b="1" i="1">
                                    <a:effectLst/>
                                    <a:latin typeface="Cambria Math" panose="02040503050406030204" pitchFamily="18" charset="0"/>
                                    <a:ea typeface="Times New Roman" panose="02020603050405020304" pitchFamily="18" charset="0"/>
                                    <a:cs typeface="Times New Roman" panose="02020603050405020304" pitchFamily="18" charset="0"/>
                                  </a:rPr>
                                  <m:t>𝒛</m:t>
                                </m:r>
                              </m:e>
                              <m:sub>
                                <m:r>
                                  <a:rPr lang="tr-TR" b="1" i="1">
                                    <a:effectLst/>
                                    <a:latin typeface="Cambria Math" panose="02040503050406030204" pitchFamily="18" charset="0"/>
                                    <a:ea typeface="Times New Roman" panose="02020603050405020304" pitchFamily="18" charset="0"/>
                                    <a:cs typeface="Times New Roman" panose="02020603050405020304" pitchFamily="18" charset="0"/>
                                  </a:rPr>
                                  <m:t>𝒖</m:t>
                                </m:r>
                              </m:sub>
                            </m:sSub>
                            <m:r>
                              <a:rPr lang="tr-TR" b="1"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b="1" i="1">
                                    <a:effectLst/>
                                    <a:latin typeface="Cambria Math" panose="02040503050406030204" pitchFamily="18" charset="0"/>
                                  </a:rPr>
                                </m:ctrlPr>
                              </m:sSubPr>
                              <m:e>
                                <m:r>
                                  <a:rPr lang="tr-TR" b="1" i="1">
                                    <a:effectLst/>
                                    <a:latin typeface="Cambria Math" panose="02040503050406030204" pitchFamily="18" charset="0"/>
                                    <a:ea typeface="Times New Roman" panose="02020603050405020304" pitchFamily="18" charset="0"/>
                                    <a:cs typeface="Times New Roman" panose="02020603050405020304" pitchFamily="18" charset="0"/>
                                  </a:rPr>
                                  <m:t>𝒛</m:t>
                                </m:r>
                              </m:e>
                              <m:sub>
                                <m:r>
                                  <a:rPr lang="tr-TR" b="1" i="1">
                                    <a:effectLst/>
                                    <a:latin typeface="Cambria Math" panose="02040503050406030204" pitchFamily="18" charset="0"/>
                                    <a:ea typeface="Times New Roman" panose="02020603050405020304" pitchFamily="18" charset="0"/>
                                    <a:cs typeface="Times New Roman" panose="02020603050405020304" pitchFamily="18" charset="0"/>
                                  </a:rPr>
                                  <m:t>𝒓</m:t>
                                </m:r>
                              </m:sub>
                            </m:sSub>
                          </m:e>
                        </m:d>
                      </m:num>
                      <m:den>
                        <m:sSub>
                          <m:sSubPr>
                            <m:ctrlPr>
                              <a:rPr lang="tr-TR" b="1" i="1">
                                <a:effectLst/>
                                <a:latin typeface="Cambria Math" panose="02040503050406030204" pitchFamily="18" charset="0"/>
                              </a:rPr>
                            </m:ctrlPr>
                          </m:sSubPr>
                          <m:e>
                            <m:r>
                              <a:rPr lang="tr-TR" b="1" i="1">
                                <a:effectLst/>
                                <a:latin typeface="Cambria Math" panose="02040503050406030204" pitchFamily="18" charset="0"/>
                                <a:ea typeface="Times New Roman" panose="02020603050405020304" pitchFamily="18" charset="0"/>
                                <a:cs typeface="Times New Roman" panose="02020603050405020304" pitchFamily="18" charset="0"/>
                              </a:rPr>
                              <m:t>𝒎</m:t>
                            </m:r>
                          </m:e>
                          <m:sub>
                            <m:r>
                              <a:rPr lang="tr-TR" b="1" i="1">
                                <a:effectLst/>
                                <a:latin typeface="Cambria Math" panose="02040503050406030204" pitchFamily="18" charset="0"/>
                                <a:ea typeface="Times New Roman" panose="02020603050405020304" pitchFamily="18" charset="0"/>
                                <a:cs typeface="Times New Roman" panose="02020603050405020304" pitchFamily="18" charset="0"/>
                              </a:rPr>
                              <m:t>𝒖</m:t>
                            </m:r>
                          </m:sub>
                        </m:sSub>
                      </m:den>
                    </m:f>
                    <m:r>
                      <a:rPr lang="tr-TR" b="1"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tr-TR" b="1" i="1">
                            <a:effectLst/>
                            <a:latin typeface="Cambria Math" panose="02040503050406030204" pitchFamily="18" charset="0"/>
                          </a:rPr>
                        </m:ctrlPr>
                      </m:fPr>
                      <m:num>
                        <m:r>
                          <a:rPr lang="tr-TR" b="1" i="1">
                            <a:effectLst/>
                            <a:latin typeface="Cambria Math" panose="02040503050406030204" pitchFamily="18" charset="0"/>
                            <a:ea typeface="Times New Roman" panose="02020603050405020304" pitchFamily="18" charset="0"/>
                            <a:cs typeface="Times New Roman" panose="02020603050405020304" pitchFamily="18" charset="0"/>
                          </a:rPr>
                          <m:t>𝟏</m:t>
                        </m:r>
                      </m:num>
                      <m:den>
                        <m:sSub>
                          <m:sSubPr>
                            <m:ctrlPr>
                              <a:rPr lang="tr-TR" b="1" i="1">
                                <a:effectLst/>
                                <a:latin typeface="Cambria Math" panose="02040503050406030204" pitchFamily="18" charset="0"/>
                              </a:rPr>
                            </m:ctrlPr>
                          </m:sSubPr>
                          <m:e>
                            <m:r>
                              <a:rPr lang="tr-TR" b="1" i="1">
                                <a:effectLst/>
                                <a:latin typeface="Cambria Math" panose="02040503050406030204" pitchFamily="18" charset="0"/>
                                <a:ea typeface="Times New Roman" panose="02020603050405020304" pitchFamily="18" charset="0"/>
                                <a:cs typeface="Times New Roman" panose="02020603050405020304" pitchFamily="18" charset="0"/>
                              </a:rPr>
                              <m:t>𝒎</m:t>
                            </m:r>
                          </m:e>
                          <m:sub>
                            <m:r>
                              <a:rPr lang="tr-TR" b="1" i="1">
                                <a:effectLst/>
                                <a:latin typeface="Cambria Math" panose="02040503050406030204" pitchFamily="18" charset="0"/>
                                <a:ea typeface="Times New Roman" panose="02020603050405020304" pitchFamily="18" charset="0"/>
                                <a:cs typeface="Times New Roman" panose="02020603050405020304" pitchFamily="18" charset="0"/>
                              </a:rPr>
                              <m:t>𝒖</m:t>
                            </m:r>
                          </m:sub>
                        </m:sSub>
                      </m:den>
                    </m:f>
                    <m:sSub>
                      <m:sSubPr>
                        <m:ctrlPr>
                          <a:rPr lang="tr-TR" b="1" i="1">
                            <a:effectLst/>
                            <a:latin typeface="Cambria Math" panose="02040503050406030204" pitchFamily="18" charset="0"/>
                          </a:rPr>
                        </m:ctrlPr>
                      </m:sSubPr>
                      <m:e>
                        <m:r>
                          <a:rPr lang="tr-TR" b="1" i="1">
                            <a:effectLst/>
                            <a:latin typeface="Cambria Math" panose="02040503050406030204" pitchFamily="18" charset="0"/>
                            <a:ea typeface="Times New Roman" panose="02020603050405020304" pitchFamily="18" charset="0"/>
                            <a:cs typeface="Times New Roman" panose="02020603050405020304" pitchFamily="18" charset="0"/>
                          </a:rPr>
                          <m:t>𝒇</m:t>
                        </m:r>
                      </m:e>
                      <m:sub>
                        <m:r>
                          <a:rPr lang="tr-TR" b="1" i="1">
                            <a:effectLst/>
                            <a:latin typeface="Cambria Math" panose="02040503050406030204" pitchFamily="18" charset="0"/>
                            <a:ea typeface="Times New Roman" panose="02020603050405020304" pitchFamily="18" charset="0"/>
                            <a:cs typeface="Times New Roman" panose="02020603050405020304" pitchFamily="18" charset="0"/>
                          </a:rPr>
                          <m:t>𝒂</m:t>
                        </m:r>
                      </m:sub>
                    </m:sSub>
                  </m:oMath>
                </a14:m>
                <a:r>
                  <a:rPr lang="tr-TR" dirty="0"/>
                  <a:t>         (1)</a:t>
                </a:r>
              </a:p>
              <a:p>
                <a:endParaRPr lang="tr-TR" dirty="0"/>
              </a:p>
              <a:p>
                <a:r>
                  <a:rPr lang="tr-TR" dirty="0"/>
                  <a:t>	       </a:t>
                </a:r>
                <a14:m>
                  <m:oMath xmlns:m="http://schemas.openxmlformats.org/officeDocument/2006/math">
                    <m:sSub>
                      <m:sSubPr>
                        <m:ctrlPr>
                          <a:rPr lang="tr-TR" sz="1600" b="1" i="1" smtClean="0">
                            <a:effectLst/>
                            <a:latin typeface="Cambria Math" panose="02040503050406030204" pitchFamily="18" charset="0"/>
                            <a:ea typeface="Times New Roman" panose="02020603050405020304" pitchFamily="18" charset="0"/>
                          </a:rPr>
                        </m:ctrlPr>
                      </m:sSubPr>
                      <m:e>
                        <m:r>
                          <a:rPr lang="tr-TR" sz="1600" b="1" i="1">
                            <a:effectLst/>
                            <a:latin typeface="Cambria Math" panose="02040503050406030204" pitchFamily="18" charset="0"/>
                            <a:ea typeface="Times New Roman" panose="02020603050405020304" pitchFamily="18" charset="0"/>
                          </a:rPr>
                          <m:t>𝒎</m:t>
                        </m:r>
                      </m:e>
                      <m:sub>
                        <m:r>
                          <a:rPr lang="tr-TR" sz="1600" b="1" i="1">
                            <a:effectLst/>
                            <a:latin typeface="Cambria Math" panose="02040503050406030204" pitchFamily="18" charset="0"/>
                            <a:ea typeface="Times New Roman" panose="02020603050405020304" pitchFamily="18" charset="0"/>
                          </a:rPr>
                          <m:t>𝒔</m:t>
                        </m:r>
                      </m:sub>
                    </m:sSub>
                    <m:sSub>
                      <m:sSubPr>
                        <m:ctrlPr>
                          <a:rPr lang="tr-TR" sz="1600" b="1" i="1">
                            <a:effectLst/>
                            <a:latin typeface="Cambria Math" panose="02040503050406030204" pitchFamily="18" charset="0"/>
                            <a:ea typeface="Times New Roman" panose="02020603050405020304" pitchFamily="18" charset="0"/>
                          </a:rPr>
                        </m:ctrlPr>
                      </m:sSubPr>
                      <m:e>
                        <m:acc>
                          <m:accPr>
                            <m:chr m:val="̈"/>
                            <m:ctrlPr>
                              <a:rPr lang="tr-TR" sz="1600" b="1" i="1">
                                <a:effectLst/>
                                <a:latin typeface="Cambria Math" panose="02040503050406030204" pitchFamily="18" charset="0"/>
                                <a:ea typeface="Times New Roman" panose="02020603050405020304" pitchFamily="18" charset="0"/>
                              </a:rPr>
                            </m:ctrlPr>
                          </m:accPr>
                          <m:e>
                            <m:r>
                              <a:rPr lang="tr-TR" sz="1600" b="1" i="1">
                                <a:effectLst/>
                                <a:latin typeface="Cambria Math" panose="02040503050406030204" pitchFamily="18" charset="0"/>
                                <a:ea typeface="Times New Roman" panose="02020603050405020304" pitchFamily="18" charset="0"/>
                              </a:rPr>
                              <m:t>𝒛</m:t>
                            </m:r>
                          </m:e>
                        </m:acc>
                      </m:e>
                      <m:sub>
                        <m:r>
                          <a:rPr lang="tr-TR" sz="1600" b="1" i="1">
                            <a:effectLst/>
                            <a:latin typeface="Cambria Math" panose="02040503050406030204" pitchFamily="18" charset="0"/>
                            <a:ea typeface="Times New Roman" panose="02020603050405020304" pitchFamily="18" charset="0"/>
                          </a:rPr>
                          <m:t>𝒔</m:t>
                        </m:r>
                      </m:sub>
                    </m:sSub>
                    <m:r>
                      <a:rPr lang="tr-TR" sz="1600" b="1" i="1">
                        <a:effectLst/>
                        <a:latin typeface="Cambria Math" panose="02040503050406030204" pitchFamily="18" charset="0"/>
                        <a:ea typeface="Times New Roman" panose="02020603050405020304" pitchFamily="18" charset="0"/>
                      </a:rPr>
                      <m:t>=</m:t>
                    </m:r>
                    <m:sSub>
                      <m:sSubPr>
                        <m:ctrlPr>
                          <a:rPr lang="tr-TR" sz="1600" b="1" i="1">
                            <a:effectLst/>
                            <a:latin typeface="Cambria Math" panose="02040503050406030204" pitchFamily="18" charset="0"/>
                            <a:ea typeface="Times New Roman" panose="02020603050405020304" pitchFamily="18" charset="0"/>
                          </a:rPr>
                        </m:ctrlPr>
                      </m:sSubPr>
                      <m:e>
                        <m:r>
                          <a:rPr lang="tr-TR" sz="1600" b="1" i="1">
                            <a:effectLst/>
                            <a:latin typeface="Cambria Math" panose="02040503050406030204" pitchFamily="18" charset="0"/>
                            <a:ea typeface="Times New Roman" panose="02020603050405020304" pitchFamily="18" charset="0"/>
                          </a:rPr>
                          <m:t>𝒃</m:t>
                        </m:r>
                      </m:e>
                      <m:sub>
                        <m:r>
                          <a:rPr lang="tr-TR" sz="1600" b="1" i="1">
                            <a:effectLst/>
                            <a:latin typeface="Cambria Math" panose="02040503050406030204" pitchFamily="18" charset="0"/>
                            <a:ea typeface="Times New Roman" panose="02020603050405020304" pitchFamily="18" charset="0"/>
                          </a:rPr>
                          <m:t>𝒔</m:t>
                        </m:r>
                      </m:sub>
                    </m:sSub>
                    <m:d>
                      <m:dPr>
                        <m:ctrlPr>
                          <a:rPr lang="tr-TR" sz="1600" b="1" i="1">
                            <a:effectLst/>
                            <a:latin typeface="Cambria Math" panose="02040503050406030204" pitchFamily="18" charset="0"/>
                            <a:ea typeface="Times New Roman" panose="02020603050405020304" pitchFamily="18" charset="0"/>
                          </a:rPr>
                        </m:ctrlPr>
                      </m:dPr>
                      <m:e>
                        <m:sSub>
                          <m:sSubPr>
                            <m:ctrlPr>
                              <a:rPr lang="tr-TR" sz="1600" b="1" i="1">
                                <a:effectLst/>
                                <a:latin typeface="Cambria Math" panose="02040503050406030204" pitchFamily="18" charset="0"/>
                                <a:ea typeface="Times New Roman" panose="02020603050405020304" pitchFamily="18" charset="0"/>
                              </a:rPr>
                            </m:ctrlPr>
                          </m:sSubPr>
                          <m:e>
                            <m:acc>
                              <m:accPr>
                                <m:chr m:val="̇"/>
                                <m:ctrlPr>
                                  <a:rPr lang="tr-TR" sz="1600" b="1" i="1">
                                    <a:effectLst/>
                                    <a:latin typeface="Cambria Math" panose="02040503050406030204" pitchFamily="18" charset="0"/>
                                    <a:ea typeface="Times New Roman" panose="02020603050405020304" pitchFamily="18" charset="0"/>
                                  </a:rPr>
                                </m:ctrlPr>
                              </m:accPr>
                              <m:e>
                                <m:r>
                                  <a:rPr lang="tr-TR" sz="1600" b="1" i="1">
                                    <a:effectLst/>
                                    <a:latin typeface="Cambria Math" panose="02040503050406030204" pitchFamily="18" charset="0"/>
                                    <a:ea typeface="Times New Roman" panose="02020603050405020304" pitchFamily="18" charset="0"/>
                                  </a:rPr>
                                  <m:t>𝒛</m:t>
                                </m:r>
                              </m:e>
                            </m:acc>
                          </m:e>
                          <m:sub>
                            <m:r>
                              <a:rPr lang="tr-TR" sz="1600" b="1" i="1">
                                <a:effectLst/>
                                <a:latin typeface="Cambria Math" panose="02040503050406030204" pitchFamily="18" charset="0"/>
                                <a:ea typeface="Times New Roman" panose="02020603050405020304" pitchFamily="18" charset="0"/>
                              </a:rPr>
                              <m:t>𝒖</m:t>
                            </m:r>
                          </m:sub>
                        </m:sSub>
                        <m:r>
                          <a:rPr lang="tr-TR" sz="1600" b="1" i="1">
                            <a:effectLst/>
                            <a:latin typeface="Cambria Math" panose="02040503050406030204" pitchFamily="18" charset="0"/>
                            <a:ea typeface="Times New Roman" panose="02020603050405020304" pitchFamily="18" charset="0"/>
                          </a:rPr>
                          <m:t>−</m:t>
                        </m:r>
                        <m:sSub>
                          <m:sSubPr>
                            <m:ctrlPr>
                              <a:rPr lang="tr-TR" sz="1600" b="1" i="1">
                                <a:effectLst/>
                                <a:latin typeface="Cambria Math" panose="02040503050406030204" pitchFamily="18" charset="0"/>
                                <a:ea typeface="Times New Roman" panose="02020603050405020304" pitchFamily="18" charset="0"/>
                              </a:rPr>
                            </m:ctrlPr>
                          </m:sSubPr>
                          <m:e>
                            <m:acc>
                              <m:accPr>
                                <m:chr m:val="̇"/>
                                <m:ctrlPr>
                                  <a:rPr lang="tr-TR" sz="1600" b="1" i="1">
                                    <a:effectLst/>
                                    <a:latin typeface="Cambria Math" panose="02040503050406030204" pitchFamily="18" charset="0"/>
                                    <a:ea typeface="Times New Roman" panose="02020603050405020304" pitchFamily="18" charset="0"/>
                                  </a:rPr>
                                </m:ctrlPr>
                              </m:accPr>
                              <m:e>
                                <m:r>
                                  <a:rPr lang="tr-TR" sz="1600" b="1" i="1">
                                    <a:effectLst/>
                                    <a:latin typeface="Cambria Math" panose="02040503050406030204" pitchFamily="18" charset="0"/>
                                    <a:ea typeface="Times New Roman" panose="02020603050405020304" pitchFamily="18" charset="0"/>
                                  </a:rPr>
                                  <m:t>𝒛</m:t>
                                </m:r>
                              </m:e>
                            </m:acc>
                          </m:e>
                          <m:sub>
                            <m:r>
                              <a:rPr lang="tr-TR" sz="1600" b="1" i="1">
                                <a:effectLst/>
                                <a:latin typeface="Cambria Math" panose="02040503050406030204" pitchFamily="18" charset="0"/>
                                <a:ea typeface="Times New Roman" panose="02020603050405020304" pitchFamily="18" charset="0"/>
                              </a:rPr>
                              <m:t>𝒔</m:t>
                            </m:r>
                          </m:sub>
                        </m:sSub>
                      </m:e>
                    </m:d>
                    <m:sSub>
                      <m:sSubPr>
                        <m:ctrlPr>
                          <a:rPr lang="tr-TR" sz="1600" b="1" i="1">
                            <a:effectLst/>
                            <a:latin typeface="Cambria Math" panose="02040503050406030204" pitchFamily="18" charset="0"/>
                            <a:ea typeface="Times New Roman" panose="02020603050405020304" pitchFamily="18" charset="0"/>
                          </a:rPr>
                        </m:ctrlPr>
                      </m:sSubPr>
                      <m:e>
                        <m:r>
                          <a:rPr lang="tr-TR" sz="1600" b="1" i="1">
                            <a:effectLst/>
                            <a:latin typeface="Cambria Math" panose="02040503050406030204" pitchFamily="18" charset="0"/>
                            <a:ea typeface="Times New Roman" panose="02020603050405020304" pitchFamily="18" charset="0"/>
                          </a:rPr>
                          <m:t> − </m:t>
                        </m:r>
                        <m:r>
                          <a:rPr lang="tr-TR" sz="1600" b="1" i="1">
                            <a:effectLst/>
                            <a:latin typeface="Cambria Math" panose="02040503050406030204" pitchFamily="18" charset="0"/>
                            <a:ea typeface="Times New Roman" panose="02020603050405020304" pitchFamily="18" charset="0"/>
                          </a:rPr>
                          <m:t>𝒌</m:t>
                        </m:r>
                      </m:e>
                      <m:sub>
                        <m:r>
                          <a:rPr lang="tr-TR" sz="1600" b="1" i="1">
                            <a:effectLst/>
                            <a:latin typeface="Cambria Math" panose="02040503050406030204" pitchFamily="18" charset="0"/>
                            <a:ea typeface="Times New Roman" panose="02020603050405020304" pitchFamily="18" charset="0"/>
                          </a:rPr>
                          <m:t>𝒔</m:t>
                        </m:r>
                      </m:sub>
                    </m:sSub>
                    <m:d>
                      <m:dPr>
                        <m:ctrlPr>
                          <a:rPr lang="tr-TR" sz="1600" b="1" i="1">
                            <a:effectLst/>
                            <a:latin typeface="Cambria Math" panose="02040503050406030204" pitchFamily="18" charset="0"/>
                            <a:ea typeface="Times New Roman" panose="02020603050405020304" pitchFamily="18" charset="0"/>
                          </a:rPr>
                        </m:ctrlPr>
                      </m:dPr>
                      <m:e>
                        <m:sSub>
                          <m:sSubPr>
                            <m:ctrlPr>
                              <a:rPr lang="tr-TR" sz="1600" b="1" i="1">
                                <a:effectLst/>
                                <a:latin typeface="Cambria Math" panose="02040503050406030204" pitchFamily="18" charset="0"/>
                                <a:ea typeface="Times New Roman" panose="02020603050405020304" pitchFamily="18" charset="0"/>
                              </a:rPr>
                            </m:ctrlPr>
                          </m:sSubPr>
                          <m:e>
                            <m:r>
                              <a:rPr lang="tr-TR" sz="1600" b="1" i="1">
                                <a:effectLst/>
                                <a:latin typeface="Cambria Math" panose="02040503050406030204" pitchFamily="18" charset="0"/>
                                <a:ea typeface="Times New Roman" panose="02020603050405020304" pitchFamily="18" charset="0"/>
                              </a:rPr>
                              <m:t>𝒛</m:t>
                            </m:r>
                          </m:e>
                          <m:sub>
                            <m:r>
                              <a:rPr lang="tr-TR" sz="1600" b="1" i="1">
                                <a:effectLst/>
                                <a:latin typeface="Cambria Math" panose="02040503050406030204" pitchFamily="18" charset="0"/>
                                <a:ea typeface="Times New Roman" panose="02020603050405020304" pitchFamily="18" charset="0"/>
                              </a:rPr>
                              <m:t>𝒔</m:t>
                            </m:r>
                          </m:sub>
                        </m:sSub>
                        <m:r>
                          <a:rPr lang="tr-TR" sz="1600" b="1" i="1">
                            <a:effectLst/>
                            <a:latin typeface="Cambria Math" panose="02040503050406030204" pitchFamily="18" charset="0"/>
                            <a:ea typeface="Times New Roman" panose="02020603050405020304" pitchFamily="18" charset="0"/>
                          </a:rPr>
                          <m:t>−</m:t>
                        </m:r>
                        <m:sSub>
                          <m:sSubPr>
                            <m:ctrlPr>
                              <a:rPr lang="tr-TR" sz="1600" b="1" i="1">
                                <a:effectLst/>
                                <a:latin typeface="Cambria Math" panose="02040503050406030204" pitchFamily="18" charset="0"/>
                                <a:ea typeface="Times New Roman" panose="02020603050405020304" pitchFamily="18" charset="0"/>
                              </a:rPr>
                            </m:ctrlPr>
                          </m:sSubPr>
                          <m:e>
                            <m:r>
                              <a:rPr lang="tr-TR" sz="1600" b="1" i="1">
                                <a:effectLst/>
                                <a:latin typeface="Cambria Math" panose="02040503050406030204" pitchFamily="18" charset="0"/>
                                <a:ea typeface="Times New Roman" panose="02020603050405020304" pitchFamily="18" charset="0"/>
                              </a:rPr>
                              <m:t>𝒛</m:t>
                            </m:r>
                          </m:e>
                          <m:sub>
                            <m:r>
                              <a:rPr lang="tr-TR" sz="1600" b="1" i="1">
                                <a:effectLst/>
                                <a:latin typeface="Cambria Math" panose="02040503050406030204" pitchFamily="18" charset="0"/>
                                <a:ea typeface="Times New Roman" panose="02020603050405020304" pitchFamily="18" charset="0"/>
                              </a:rPr>
                              <m:t>𝒖</m:t>
                            </m:r>
                          </m:sub>
                        </m:sSub>
                      </m:e>
                    </m:d>
                    <m:r>
                      <a:rPr lang="tr-TR" sz="1600" b="1" i="1">
                        <a:effectLst/>
                        <a:latin typeface="Cambria Math" panose="02040503050406030204" pitchFamily="18" charset="0"/>
                        <a:ea typeface="Times New Roman" panose="02020603050405020304" pitchFamily="18" charset="0"/>
                      </a:rPr>
                      <m:t>+</m:t>
                    </m:r>
                    <m:sSub>
                      <m:sSubPr>
                        <m:ctrlPr>
                          <a:rPr lang="tr-TR" sz="1600" b="1" i="1">
                            <a:effectLst/>
                            <a:latin typeface="Cambria Math" panose="02040503050406030204" pitchFamily="18" charset="0"/>
                            <a:ea typeface="Times New Roman" panose="02020603050405020304" pitchFamily="18" charset="0"/>
                          </a:rPr>
                        </m:ctrlPr>
                      </m:sSubPr>
                      <m:e>
                        <m:r>
                          <a:rPr lang="tr-TR" sz="1600" b="1" i="1">
                            <a:effectLst/>
                            <a:latin typeface="Cambria Math" panose="02040503050406030204" pitchFamily="18" charset="0"/>
                            <a:ea typeface="Times New Roman" panose="02020603050405020304" pitchFamily="18" charset="0"/>
                          </a:rPr>
                          <m:t>𝒇</m:t>
                        </m:r>
                      </m:e>
                      <m:sub>
                        <m:r>
                          <a:rPr lang="tr-TR" sz="1600" b="1" i="1">
                            <a:effectLst/>
                            <a:latin typeface="Cambria Math" panose="02040503050406030204" pitchFamily="18" charset="0"/>
                            <a:ea typeface="Times New Roman" panose="02020603050405020304" pitchFamily="18" charset="0"/>
                          </a:rPr>
                          <m:t>𝒂</m:t>
                        </m:r>
                      </m:sub>
                    </m:sSub>
                  </m:oMath>
                </a14:m>
                <a:endParaRPr lang="tr-TR" sz="1600" dirty="0">
                  <a:effectLst/>
                  <a:latin typeface="Times New Roman" panose="02020603050405020304" pitchFamily="18" charset="0"/>
                  <a:ea typeface="Times New Roman" panose="02020603050405020304" pitchFamily="18" charset="0"/>
                </a:endParaRPr>
              </a:p>
              <a:p>
                <a:endParaRPr lang="tr-TR" sz="1600" dirty="0"/>
              </a:p>
              <a:p>
                <a:r>
                  <a:rPr lang="tr-TR" b="1" dirty="0">
                    <a:effectLst/>
                  </a:rPr>
                  <a:t>                            </a:t>
                </a:r>
                <a14:m>
                  <m:oMath xmlns:m="http://schemas.openxmlformats.org/officeDocument/2006/math">
                    <m:sSub>
                      <m:sSubPr>
                        <m:ctrlPr>
                          <a:rPr lang="tr-TR" b="1" i="1" smtClean="0">
                            <a:effectLst/>
                            <a:latin typeface="Cambria Math" panose="02040503050406030204" pitchFamily="18" charset="0"/>
                          </a:rPr>
                        </m:ctrlPr>
                      </m:sSubPr>
                      <m:e>
                        <m:acc>
                          <m:accPr>
                            <m:chr m:val="̈"/>
                            <m:ctrlPr>
                              <a:rPr lang="tr-TR" b="1" i="1">
                                <a:effectLst/>
                                <a:latin typeface="Cambria Math" panose="02040503050406030204" pitchFamily="18" charset="0"/>
                              </a:rPr>
                            </m:ctrlPr>
                          </m:accPr>
                          <m:e>
                            <m:r>
                              <a:rPr lang="tr-TR" b="1" i="1">
                                <a:effectLst/>
                                <a:latin typeface="Cambria Math" panose="02040503050406030204" pitchFamily="18" charset="0"/>
                                <a:ea typeface="Times New Roman" panose="02020603050405020304" pitchFamily="18" charset="0"/>
                                <a:cs typeface="Times New Roman" panose="02020603050405020304" pitchFamily="18" charset="0"/>
                              </a:rPr>
                              <m:t>𝒛</m:t>
                            </m:r>
                          </m:e>
                        </m:acc>
                      </m:e>
                      <m:sub>
                        <m:r>
                          <a:rPr lang="tr-TR" b="1" i="1">
                            <a:effectLst/>
                            <a:latin typeface="Cambria Math" panose="02040503050406030204" pitchFamily="18" charset="0"/>
                            <a:ea typeface="Times New Roman" panose="02020603050405020304" pitchFamily="18" charset="0"/>
                            <a:cs typeface="Times New Roman" panose="02020603050405020304" pitchFamily="18" charset="0"/>
                          </a:rPr>
                          <m:t>𝒔</m:t>
                        </m:r>
                      </m:sub>
                    </m:sSub>
                    <m:r>
                      <a:rPr lang="tr-TR" b="1"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tr-TR" b="1" i="1">
                            <a:effectLst/>
                            <a:latin typeface="Cambria Math" panose="02040503050406030204" pitchFamily="18" charset="0"/>
                          </a:rPr>
                        </m:ctrlPr>
                      </m:fPr>
                      <m:num>
                        <m:sSub>
                          <m:sSubPr>
                            <m:ctrlPr>
                              <a:rPr lang="tr-TR" b="1" i="1">
                                <a:effectLst/>
                                <a:latin typeface="Cambria Math" panose="02040503050406030204" pitchFamily="18" charset="0"/>
                              </a:rPr>
                            </m:ctrlPr>
                          </m:sSubPr>
                          <m:e>
                            <m:r>
                              <a:rPr lang="tr-TR" b="1" i="1">
                                <a:effectLst/>
                                <a:latin typeface="Cambria Math" panose="02040503050406030204" pitchFamily="18" charset="0"/>
                                <a:ea typeface="Times New Roman" panose="02020603050405020304" pitchFamily="18" charset="0"/>
                                <a:cs typeface="Times New Roman" panose="02020603050405020304" pitchFamily="18" charset="0"/>
                              </a:rPr>
                              <m:t>𝒃</m:t>
                            </m:r>
                          </m:e>
                          <m:sub>
                            <m:r>
                              <a:rPr lang="tr-TR" b="1" i="1">
                                <a:effectLst/>
                                <a:latin typeface="Cambria Math" panose="02040503050406030204" pitchFamily="18" charset="0"/>
                                <a:ea typeface="Times New Roman" panose="02020603050405020304" pitchFamily="18" charset="0"/>
                                <a:cs typeface="Times New Roman" panose="02020603050405020304" pitchFamily="18" charset="0"/>
                              </a:rPr>
                              <m:t>𝒔</m:t>
                            </m:r>
                          </m:sub>
                        </m:sSub>
                        <m:sSub>
                          <m:sSubPr>
                            <m:ctrlPr>
                              <a:rPr lang="tr-TR" b="1" i="1">
                                <a:effectLst/>
                                <a:latin typeface="Cambria Math" panose="02040503050406030204" pitchFamily="18" charset="0"/>
                              </a:rPr>
                            </m:ctrlPr>
                          </m:sSubPr>
                          <m:e>
                            <m:acc>
                              <m:accPr>
                                <m:chr m:val="̇"/>
                                <m:ctrlPr>
                                  <a:rPr lang="tr-TR" b="1" i="1">
                                    <a:effectLst/>
                                    <a:latin typeface="Cambria Math" panose="02040503050406030204" pitchFamily="18" charset="0"/>
                                  </a:rPr>
                                </m:ctrlPr>
                              </m:accPr>
                              <m:e>
                                <m:r>
                                  <a:rPr lang="tr-TR" b="1" i="1">
                                    <a:effectLst/>
                                    <a:latin typeface="Cambria Math" panose="02040503050406030204" pitchFamily="18" charset="0"/>
                                    <a:ea typeface="Times New Roman" panose="02020603050405020304" pitchFamily="18" charset="0"/>
                                    <a:cs typeface="Times New Roman" panose="02020603050405020304" pitchFamily="18" charset="0"/>
                                  </a:rPr>
                                  <m:t>𝒛</m:t>
                                </m:r>
                              </m:e>
                            </m:acc>
                          </m:e>
                          <m:sub>
                            <m:r>
                              <a:rPr lang="tr-TR" b="1" i="1">
                                <a:effectLst/>
                                <a:latin typeface="Cambria Math" panose="02040503050406030204" pitchFamily="18" charset="0"/>
                                <a:ea typeface="Times New Roman" panose="02020603050405020304" pitchFamily="18" charset="0"/>
                                <a:cs typeface="Times New Roman" panose="02020603050405020304" pitchFamily="18" charset="0"/>
                              </a:rPr>
                              <m:t>𝒖</m:t>
                            </m:r>
                          </m:sub>
                        </m:sSub>
                      </m:num>
                      <m:den>
                        <m:sSub>
                          <m:sSubPr>
                            <m:ctrlPr>
                              <a:rPr lang="tr-TR" b="1" i="1">
                                <a:effectLst/>
                                <a:latin typeface="Cambria Math" panose="02040503050406030204" pitchFamily="18" charset="0"/>
                              </a:rPr>
                            </m:ctrlPr>
                          </m:sSubPr>
                          <m:e>
                            <m:r>
                              <a:rPr lang="tr-TR" b="1" i="1">
                                <a:effectLst/>
                                <a:latin typeface="Cambria Math" panose="02040503050406030204" pitchFamily="18" charset="0"/>
                                <a:ea typeface="Times New Roman" panose="02020603050405020304" pitchFamily="18" charset="0"/>
                                <a:cs typeface="Times New Roman" panose="02020603050405020304" pitchFamily="18" charset="0"/>
                              </a:rPr>
                              <m:t>𝒎</m:t>
                            </m:r>
                          </m:e>
                          <m:sub>
                            <m:r>
                              <a:rPr lang="tr-TR" b="1" i="1">
                                <a:effectLst/>
                                <a:latin typeface="Cambria Math" panose="02040503050406030204" pitchFamily="18" charset="0"/>
                                <a:ea typeface="Times New Roman" panose="02020603050405020304" pitchFamily="18" charset="0"/>
                                <a:cs typeface="Times New Roman" panose="02020603050405020304" pitchFamily="18" charset="0"/>
                              </a:rPr>
                              <m:t>𝒔</m:t>
                            </m:r>
                          </m:sub>
                        </m:sSub>
                      </m:den>
                    </m:f>
                    <m:r>
                      <a:rPr lang="tr-TR" b="1" i="1">
                        <a:effectLst/>
                        <a:latin typeface="Cambria Math" panose="02040503050406030204" pitchFamily="18" charset="0"/>
                        <a:ea typeface="Times New Roman" panose="02020603050405020304" pitchFamily="18" charset="0"/>
                        <a:cs typeface="Times New Roman" panose="02020603050405020304" pitchFamily="18" charset="0"/>
                      </a:rPr>
                      <m:t> −</m:t>
                    </m:r>
                    <m:f>
                      <m:fPr>
                        <m:ctrlPr>
                          <a:rPr lang="tr-TR" b="1" i="1">
                            <a:effectLst/>
                            <a:latin typeface="Cambria Math" panose="02040503050406030204" pitchFamily="18" charset="0"/>
                          </a:rPr>
                        </m:ctrlPr>
                      </m:fPr>
                      <m:num>
                        <m:sSub>
                          <m:sSubPr>
                            <m:ctrlPr>
                              <a:rPr lang="tr-TR" b="1" i="1">
                                <a:effectLst/>
                                <a:latin typeface="Cambria Math" panose="02040503050406030204" pitchFamily="18" charset="0"/>
                              </a:rPr>
                            </m:ctrlPr>
                          </m:sSubPr>
                          <m:e>
                            <m:r>
                              <a:rPr lang="tr-TR" b="1" i="1">
                                <a:effectLst/>
                                <a:latin typeface="Cambria Math" panose="02040503050406030204" pitchFamily="18" charset="0"/>
                                <a:ea typeface="Times New Roman" panose="02020603050405020304" pitchFamily="18" charset="0"/>
                                <a:cs typeface="Times New Roman" panose="02020603050405020304" pitchFamily="18" charset="0"/>
                              </a:rPr>
                              <m:t>𝒃</m:t>
                            </m:r>
                          </m:e>
                          <m:sub>
                            <m:r>
                              <a:rPr lang="tr-TR" b="1" i="1">
                                <a:effectLst/>
                                <a:latin typeface="Cambria Math" panose="02040503050406030204" pitchFamily="18" charset="0"/>
                                <a:ea typeface="Times New Roman" panose="02020603050405020304" pitchFamily="18" charset="0"/>
                                <a:cs typeface="Times New Roman" panose="02020603050405020304" pitchFamily="18" charset="0"/>
                              </a:rPr>
                              <m:t>𝒔</m:t>
                            </m:r>
                          </m:sub>
                        </m:sSub>
                        <m:sSub>
                          <m:sSubPr>
                            <m:ctrlPr>
                              <a:rPr lang="tr-TR" b="1" i="1">
                                <a:effectLst/>
                                <a:latin typeface="Cambria Math" panose="02040503050406030204" pitchFamily="18" charset="0"/>
                              </a:rPr>
                            </m:ctrlPr>
                          </m:sSubPr>
                          <m:e>
                            <m:acc>
                              <m:accPr>
                                <m:chr m:val="̇"/>
                                <m:ctrlPr>
                                  <a:rPr lang="tr-TR" b="1" i="1">
                                    <a:effectLst/>
                                    <a:latin typeface="Cambria Math" panose="02040503050406030204" pitchFamily="18" charset="0"/>
                                  </a:rPr>
                                </m:ctrlPr>
                              </m:accPr>
                              <m:e>
                                <m:r>
                                  <a:rPr lang="tr-TR" b="1" i="1">
                                    <a:effectLst/>
                                    <a:latin typeface="Cambria Math" panose="02040503050406030204" pitchFamily="18" charset="0"/>
                                    <a:ea typeface="Times New Roman" panose="02020603050405020304" pitchFamily="18" charset="0"/>
                                    <a:cs typeface="Times New Roman" panose="02020603050405020304" pitchFamily="18" charset="0"/>
                                  </a:rPr>
                                  <m:t>𝒛</m:t>
                                </m:r>
                              </m:e>
                            </m:acc>
                          </m:e>
                          <m:sub>
                            <m:r>
                              <a:rPr lang="tr-TR" b="1" i="1">
                                <a:effectLst/>
                                <a:latin typeface="Cambria Math" panose="02040503050406030204" pitchFamily="18" charset="0"/>
                                <a:ea typeface="Times New Roman" panose="02020603050405020304" pitchFamily="18" charset="0"/>
                                <a:cs typeface="Times New Roman" panose="02020603050405020304" pitchFamily="18" charset="0"/>
                              </a:rPr>
                              <m:t>𝒔</m:t>
                            </m:r>
                          </m:sub>
                        </m:sSub>
                      </m:num>
                      <m:den>
                        <m:sSub>
                          <m:sSubPr>
                            <m:ctrlPr>
                              <a:rPr lang="tr-TR" b="1" i="1">
                                <a:effectLst/>
                                <a:latin typeface="Cambria Math" panose="02040503050406030204" pitchFamily="18" charset="0"/>
                              </a:rPr>
                            </m:ctrlPr>
                          </m:sSubPr>
                          <m:e>
                            <m:r>
                              <a:rPr lang="tr-TR" b="1" i="1">
                                <a:effectLst/>
                                <a:latin typeface="Cambria Math" panose="02040503050406030204" pitchFamily="18" charset="0"/>
                                <a:ea typeface="Times New Roman" panose="02020603050405020304" pitchFamily="18" charset="0"/>
                                <a:cs typeface="Times New Roman" panose="02020603050405020304" pitchFamily="18" charset="0"/>
                              </a:rPr>
                              <m:t>𝒎</m:t>
                            </m:r>
                          </m:e>
                          <m:sub>
                            <m:r>
                              <a:rPr lang="tr-TR" b="1" i="1">
                                <a:effectLst/>
                                <a:latin typeface="Cambria Math" panose="02040503050406030204" pitchFamily="18" charset="0"/>
                                <a:ea typeface="Times New Roman" panose="02020603050405020304" pitchFamily="18" charset="0"/>
                                <a:cs typeface="Times New Roman" panose="02020603050405020304" pitchFamily="18" charset="0"/>
                              </a:rPr>
                              <m:t>𝒔</m:t>
                            </m:r>
                          </m:sub>
                        </m:sSub>
                      </m:den>
                    </m:f>
                    <m:r>
                      <a:rPr lang="tr-TR" b="1" i="1">
                        <a:effectLst/>
                        <a:latin typeface="Cambria Math" panose="02040503050406030204" pitchFamily="18" charset="0"/>
                        <a:ea typeface="Times New Roman" panose="02020603050405020304" pitchFamily="18" charset="0"/>
                        <a:cs typeface="Times New Roman" panose="02020603050405020304" pitchFamily="18" charset="0"/>
                      </a:rPr>
                      <m:t>− </m:t>
                    </m:r>
                    <m:f>
                      <m:fPr>
                        <m:ctrlPr>
                          <a:rPr lang="tr-TR" b="1" i="1">
                            <a:effectLst/>
                            <a:latin typeface="Cambria Math" panose="02040503050406030204" pitchFamily="18" charset="0"/>
                          </a:rPr>
                        </m:ctrlPr>
                      </m:fPr>
                      <m:num>
                        <m:sSub>
                          <m:sSubPr>
                            <m:ctrlPr>
                              <a:rPr lang="tr-TR" b="1" i="1">
                                <a:effectLst/>
                                <a:latin typeface="Cambria Math" panose="02040503050406030204" pitchFamily="18" charset="0"/>
                              </a:rPr>
                            </m:ctrlPr>
                          </m:sSubPr>
                          <m:e>
                            <m:r>
                              <a:rPr lang="tr-TR" b="1" i="1">
                                <a:effectLst/>
                                <a:latin typeface="Cambria Math" panose="02040503050406030204" pitchFamily="18" charset="0"/>
                                <a:ea typeface="Times New Roman" panose="02020603050405020304" pitchFamily="18" charset="0"/>
                                <a:cs typeface="Times New Roman" panose="02020603050405020304" pitchFamily="18" charset="0"/>
                              </a:rPr>
                              <m:t>  </m:t>
                            </m:r>
                            <m:r>
                              <a:rPr lang="tr-TR" b="1" i="1">
                                <a:effectLst/>
                                <a:latin typeface="Cambria Math" panose="02040503050406030204" pitchFamily="18" charset="0"/>
                                <a:ea typeface="Times New Roman" panose="02020603050405020304" pitchFamily="18" charset="0"/>
                                <a:cs typeface="Times New Roman" panose="02020603050405020304" pitchFamily="18" charset="0"/>
                              </a:rPr>
                              <m:t>𝒌</m:t>
                            </m:r>
                          </m:e>
                          <m:sub>
                            <m:r>
                              <a:rPr lang="tr-TR" b="1" i="1">
                                <a:effectLst/>
                                <a:latin typeface="Cambria Math" panose="02040503050406030204" pitchFamily="18" charset="0"/>
                                <a:ea typeface="Times New Roman" panose="02020603050405020304" pitchFamily="18" charset="0"/>
                                <a:cs typeface="Times New Roman" panose="02020603050405020304" pitchFamily="18" charset="0"/>
                              </a:rPr>
                              <m:t>𝒔</m:t>
                            </m:r>
                          </m:sub>
                        </m:sSub>
                        <m:d>
                          <m:dPr>
                            <m:ctrlPr>
                              <a:rPr lang="tr-TR" b="1" i="1">
                                <a:effectLst/>
                                <a:latin typeface="Cambria Math" panose="02040503050406030204" pitchFamily="18" charset="0"/>
                              </a:rPr>
                            </m:ctrlPr>
                          </m:dPr>
                          <m:e>
                            <m:sSub>
                              <m:sSubPr>
                                <m:ctrlPr>
                                  <a:rPr lang="tr-TR" b="1" i="1">
                                    <a:effectLst/>
                                    <a:latin typeface="Cambria Math" panose="02040503050406030204" pitchFamily="18" charset="0"/>
                                  </a:rPr>
                                </m:ctrlPr>
                              </m:sSubPr>
                              <m:e>
                                <m:r>
                                  <a:rPr lang="tr-TR" b="1" i="1">
                                    <a:effectLst/>
                                    <a:latin typeface="Cambria Math" panose="02040503050406030204" pitchFamily="18" charset="0"/>
                                    <a:ea typeface="Times New Roman" panose="02020603050405020304" pitchFamily="18" charset="0"/>
                                    <a:cs typeface="Times New Roman" panose="02020603050405020304" pitchFamily="18" charset="0"/>
                                  </a:rPr>
                                  <m:t>𝒛</m:t>
                                </m:r>
                              </m:e>
                              <m:sub>
                                <m:r>
                                  <a:rPr lang="tr-TR" b="1" i="1">
                                    <a:effectLst/>
                                    <a:latin typeface="Cambria Math" panose="02040503050406030204" pitchFamily="18" charset="0"/>
                                    <a:ea typeface="Times New Roman" panose="02020603050405020304" pitchFamily="18" charset="0"/>
                                    <a:cs typeface="Times New Roman" panose="02020603050405020304" pitchFamily="18" charset="0"/>
                                  </a:rPr>
                                  <m:t>𝒔</m:t>
                                </m:r>
                              </m:sub>
                            </m:sSub>
                            <m:r>
                              <a:rPr lang="tr-TR" b="1"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b="1" i="1">
                                    <a:effectLst/>
                                    <a:latin typeface="Cambria Math" panose="02040503050406030204" pitchFamily="18" charset="0"/>
                                  </a:rPr>
                                </m:ctrlPr>
                              </m:sSubPr>
                              <m:e>
                                <m:r>
                                  <a:rPr lang="tr-TR" b="1" i="1">
                                    <a:effectLst/>
                                    <a:latin typeface="Cambria Math" panose="02040503050406030204" pitchFamily="18" charset="0"/>
                                    <a:ea typeface="Times New Roman" panose="02020603050405020304" pitchFamily="18" charset="0"/>
                                    <a:cs typeface="Times New Roman" panose="02020603050405020304" pitchFamily="18" charset="0"/>
                                  </a:rPr>
                                  <m:t>𝒛</m:t>
                                </m:r>
                              </m:e>
                              <m:sub>
                                <m:r>
                                  <a:rPr lang="tr-TR" b="1" i="1">
                                    <a:effectLst/>
                                    <a:latin typeface="Cambria Math" panose="02040503050406030204" pitchFamily="18" charset="0"/>
                                    <a:ea typeface="Times New Roman" panose="02020603050405020304" pitchFamily="18" charset="0"/>
                                    <a:cs typeface="Times New Roman" panose="02020603050405020304" pitchFamily="18" charset="0"/>
                                  </a:rPr>
                                  <m:t>𝒖</m:t>
                                </m:r>
                              </m:sub>
                            </m:sSub>
                          </m:e>
                        </m:d>
                      </m:num>
                      <m:den>
                        <m:sSub>
                          <m:sSubPr>
                            <m:ctrlPr>
                              <a:rPr lang="tr-TR" b="1" i="1">
                                <a:effectLst/>
                                <a:latin typeface="Cambria Math" panose="02040503050406030204" pitchFamily="18" charset="0"/>
                              </a:rPr>
                            </m:ctrlPr>
                          </m:sSubPr>
                          <m:e>
                            <m:r>
                              <a:rPr lang="tr-TR" b="1" i="1">
                                <a:effectLst/>
                                <a:latin typeface="Cambria Math" panose="02040503050406030204" pitchFamily="18" charset="0"/>
                                <a:ea typeface="Times New Roman" panose="02020603050405020304" pitchFamily="18" charset="0"/>
                                <a:cs typeface="Times New Roman" panose="02020603050405020304" pitchFamily="18" charset="0"/>
                              </a:rPr>
                              <m:t>𝒎</m:t>
                            </m:r>
                          </m:e>
                          <m:sub>
                            <m:r>
                              <a:rPr lang="tr-TR" b="1" i="1">
                                <a:effectLst/>
                                <a:latin typeface="Cambria Math" panose="02040503050406030204" pitchFamily="18" charset="0"/>
                                <a:ea typeface="Times New Roman" panose="02020603050405020304" pitchFamily="18" charset="0"/>
                                <a:cs typeface="Times New Roman" panose="02020603050405020304" pitchFamily="18" charset="0"/>
                              </a:rPr>
                              <m:t>𝒔</m:t>
                            </m:r>
                          </m:sub>
                        </m:sSub>
                      </m:den>
                    </m:f>
                    <m:r>
                      <a:rPr lang="tr-TR" b="1" i="1">
                        <a:effectLst/>
                        <a:latin typeface="Cambria Math" panose="02040503050406030204" pitchFamily="18" charset="0"/>
                        <a:ea typeface="Times New Roman" panose="02020603050405020304" pitchFamily="18" charset="0"/>
                        <a:cs typeface="Times New Roman" panose="02020603050405020304" pitchFamily="18" charset="0"/>
                      </a:rPr>
                      <m:t>+ </m:t>
                    </m:r>
                    <m:f>
                      <m:fPr>
                        <m:ctrlPr>
                          <a:rPr lang="tr-TR" b="1" i="1">
                            <a:effectLst/>
                            <a:latin typeface="Cambria Math" panose="02040503050406030204" pitchFamily="18" charset="0"/>
                          </a:rPr>
                        </m:ctrlPr>
                      </m:fPr>
                      <m:num>
                        <m:r>
                          <a:rPr lang="tr-TR" b="1" i="1">
                            <a:effectLst/>
                            <a:latin typeface="Cambria Math" panose="02040503050406030204" pitchFamily="18" charset="0"/>
                            <a:ea typeface="Times New Roman" panose="02020603050405020304" pitchFamily="18" charset="0"/>
                            <a:cs typeface="Times New Roman" panose="02020603050405020304" pitchFamily="18" charset="0"/>
                          </a:rPr>
                          <m:t>𝟏</m:t>
                        </m:r>
                      </m:num>
                      <m:den>
                        <m:sSub>
                          <m:sSubPr>
                            <m:ctrlPr>
                              <a:rPr lang="tr-TR" b="1" i="1">
                                <a:effectLst/>
                                <a:latin typeface="Cambria Math" panose="02040503050406030204" pitchFamily="18" charset="0"/>
                              </a:rPr>
                            </m:ctrlPr>
                          </m:sSubPr>
                          <m:e>
                            <m:r>
                              <a:rPr lang="tr-TR" b="1" i="1">
                                <a:effectLst/>
                                <a:latin typeface="Cambria Math" panose="02040503050406030204" pitchFamily="18" charset="0"/>
                                <a:ea typeface="Times New Roman" panose="02020603050405020304" pitchFamily="18" charset="0"/>
                                <a:cs typeface="Times New Roman" panose="02020603050405020304" pitchFamily="18" charset="0"/>
                              </a:rPr>
                              <m:t>𝒎</m:t>
                            </m:r>
                          </m:e>
                          <m:sub>
                            <m:r>
                              <a:rPr lang="tr-TR" b="1" i="1">
                                <a:effectLst/>
                                <a:latin typeface="Cambria Math" panose="02040503050406030204" pitchFamily="18" charset="0"/>
                                <a:ea typeface="Times New Roman" panose="02020603050405020304" pitchFamily="18" charset="0"/>
                                <a:cs typeface="Times New Roman" panose="02020603050405020304" pitchFamily="18" charset="0"/>
                              </a:rPr>
                              <m:t>𝒔</m:t>
                            </m:r>
                          </m:sub>
                        </m:sSub>
                      </m:den>
                    </m:f>
                    <m:sSub>
                      <m:sSubPr>
                        <m:ctrlPr>
                          <a:rPr lang="tr-TR" b="1" i="1">
                            <a:effectLst/>
                            <a:latin typeface="Cambria Math" panose="02040503050406030204" pitchFamily="18" charset="0"/>
                          </a:rPr>
                        </m:ctrlPr>
                      </m:sSubPr>
                      <m:e>
                        <m:r>
                          <a:rPr lang="tr-TR" b="1" i="1">
                            <a:effectLst/>
                            <a:latin typeface="Cambria Math" panose="02040503050406030204" pitchFamily="18" charset="0"/>
                            <a:ea typeface="Times New Roman" panose="02020603050405020304" pitchFamily="18" charset="0"/>
                            <a:cs typeface="Times New Roman" panose="02020603050405020304" pitchFamily="18" charset="0"/>
                          </a:rPr>
                          <m:t>𝒇</m:t>
                        </m:r>
                      </m:e>
                      <m:sub>
                        <m:r>
                          <a:rPr lang="tr-TR" b="1" i="1">
                            <a:effectLst/>
                            <a:latin typeface="Cambria Math" panose="02040503050406030204" pitchFamily="18" charset="0"/>
                            <a:ea typeface="Times New Roman" panose="02020603050405020304" pitchFamily="18" charset="0"/>
                            <a:cs typeface="Times New Roman" panose="02020603050405020304" pitchFamily="18" charset="0"/>
                          </a:rPr>
                          <m:t>𝒂</m:t>
                        </m:r>
                      </m:sub>
                    </m:sSub>
                  </m:oMath>
                </a14:m>
                <a:r>
                  <a:rPr lang="tr-TR" dirty="0"/>
                  <a:t>                                    (2)</a:t>
                </a:r>
              </a:p>
              <a:p>
                <a:endParaRPr lang="tr-TR" dirty="0"/>
              </a:p>
            </p:txBody>
          </p:sp>
        </mc:Choice>
        <mc:Fallback xmlns="">
          <p:sp>
            <p:nvSpPr>
              <p:cNvPr id="9" name="Metin kutusu 8">
                <a:extLst>
                  <a:ext uri="{FF2B5EF4-FFF2-40B4-BE49-F238E27FC236}">
                    <a16:creationId xmlns:a16="http://schemas.microsoft.com/office/drawing/2014/main" id="{584FFD59-A797-FD3E-E86B-869A54FF5AFD}"/>
                  </a:ext>
                </a:extLst>
              </p:cNvPr>
              <p:cNvSpPr txBox="1">
                <a:spLocks noRot="1" noChangeAspect="1" noMove="1" noResize="1" noEditPoints="1" noAdjustHandles="1" noChangeArrowheads="1" noChangeShapeType="1" noTextEdit="1"/>
              </p:cNvSpPr>
              <p:nvPr/>
            </p:nvSpPr>
            <p:spPr>
              <a:xfrm>
                <a:off x="269374" y="878958"/>
                <a:ext cx="7419391" cy="3416833"/>
              </a:xfrm>
              <a:prstGeom prst="rect">
                <a:avLst/>
              </a:prstGeom>
              <a:blipFill>
                <a:blip r:embed="rId3"/>
                <a:stretch>
                  <a:fillRect l="-657" t="-891"/>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5" name="Metin kutusu 4">
                <a:extLst>
                  <a:ext uri="{FF2B5EF4-FFF2-40B4-BE49-F238E27FC236}">
                    <a16:creationId xmlns:a16="http://schemas.microsoft.com/office/drawing/2014/main" id="{2421007E-B7A1-FAAD-5F89-F628FA19F30A}"/>
                  </a:ext>
                </a:extLst>
              </p:cNvPr>
              <p:cNvSpPr txBox="1"/>
              <p:nvPr/>
            </p:nvSpPr>
            <p:spPr>
              <a:xfrm>
                <a:off x="983849" y="4125963"/>
                <a:ext cx="7703831" cy="2763064"/>
              </a:xfrm>
              <a:prstGeom prst="rect">
                <a:avLst/>
              </a:prstGeom>
              <a:noFill/>
            </p:spPr>
            <p:txBody>
              <a:bodyPr wrap="square" rtlCol="0">
                <a:spAutoFit/>
              </a:bodyPr>
              <a:lstStyle/>
              <a:p>
                <a:pPr>
                  <a:lnSpc>
                    <a:spcPct val="107000"/>
                  </a:lnSpc>
                  <a:spcAft>
                    <a:spcPts val="800"/>
                  </a:spcAft>
                </a:pPr>
                <a14:m>
                  <m:oMath xmlns:m="http://schemas.openxmlformats.org/officeDocument/2006/math">
                    <m:sSub>
                      <m:sSubPr>
                        <m:ctrlPr>
                          <a:rPr lang="tr-TR" sz="1800" i="1" smtClean="0">
                            <a:effectLst/>
                            <a:latin typeface="Cambria Math" panose="02040503050406030204" pitchFamily="18" charset="0"/>
                            <a:ea typeface="Times New Roman" panose="02020603050405020304" pitchFamily="18" charset="0"/>
                          </a:rPr>
                        </m:ctrlPr>
                      </m:sSubPr>
                      <m:e>
                        <m:r>
                          <a:rPr lang="tr-TR" sz="1800" i="1">
                            <a:effectLst/>
                            <a:latin typeface="Cambria Math" panose="02040503050406030204" pitchFamily="18" charset="0"/>
                            <a:ea typeface="Times New Roman" panose="02020603050405020304" pitchFamily="18" charset="0"/>
                          </a:rPr>
                          <m:t>𝑚</m:t>
                        </m:r>
                      </m:e>
                      <m:sub>
                        <m:r>
                          <a:rPr lang="tr-TR" sz="1800" i="1">
                            <a:effectLst/>
                            <a:latin typeface="Cambria Math" panose="02040503050406030204" pitchFamily="18" charset="0"/>
                            <a:ea typeface="Times New Roman" panose="02020603050405020304" pitchFamily="18" charset="0"/>
                          </a:rPr>
                          <m:t>𝑠</m:t>
                        </m:r>
                      </m:sub>
                    </m:sSub>
                    <m:r>
                      <a:rPr lang="tr-TR" sz="1800" i="1">
                        <a:effectLst/>
                        <a:latin typeface="Cambria Math" panose="02040503050406030204" pitchFamily="18" charset="0"/>
                        <a:ea typeface="Times New Roman" panose="02020603050405020304" pitchFamily="18" charset="0"/>
                      </a:rPr>
                      <m:t>=</m:t>
                    </m:r>
                    <m:r>
                      <a:rPr lang="tr-TR" sz="1800">
                        <a:effectLst/>
                        <a:latin typeface="Cambria Math" panose="02040503050406030204" pitchFamily="18" charset="0"/>
                        <a:ea typeface="Times New Roman" panose="02020603050405020304" pitchFamily="18" charset="0"/>
                      </a:rPr>
                      <m:t>730.1</m:t>
                    </m:r>
                  </m:oMath>
                </a14:m>
                <a:r>
                  <a:rPr lang="tr-TR" sz="1800" dirty="0">
                    <a:effectLst/>
                    <a:latin typeface="Times New Roman" panose="02020603050405020304" pitchFamily="18" charset="0"/>
                    <a:ea typeface="Times New Roman" panose="02020603050405020304" pitchFamily="18" charset="0"/>
                  </a:rPr>
                  <a:t>   	         Araç gövdesi kütlesi (kg) </a:t>
                </a:r>
              </a:p>
              <a:p>
                <a:pPr>
                  <a:lnSpc>
                    <a:spcPct val="107000"/>
                  </a:lnSpc>
                  <a:spcAft>
                    <a:spcPts val="800"/>
                  </a:spcAft>
                </a:pPr>
                <a14:m>
                  <m:oMath xmlns:m="http://schemas.openxmlformats.org/officeDocument/2006/math">
                    <m:sSub>
                      <m:sSubPr>
                        <m:ctrlPr>
                          <a:rPr lang="tr-TR" sz="1800" i="1">
                            <a:effectLst/>
                            <a:latin typeface="Cambria Math" panose="02040503050406030204" pitchFamily="18" charset="0"/>
                            <a:ea typeface="Times New Roman" panose="02020603050405020304" pitchFamily="18" charset="0"/>
                          </a:rPr>
                        </m:ctrlPr>
                      </m:sSubPr>
                      <m:e>
                        <m:r>
                          <a:rPr lang="tr-TR" sz="1800" i="1">
                            <a:effectLst/>
                            <a:latin typeface="Cambria Math" panose="02040503050406030204" pitchFamily="18" charset="0"/>
                            <a:ea typeface="Times New Roman" panose="02020603050405020304" pitchFamily="18" charset="0"/>
                          </a:rPr>
                          <m:t>𝑚</m:t>
                        </m:r>
                      </m:e>
                      <m:sub>
                        <m:r>
                          <a:rPr lang="tr-TR" sz="1800" i="1">
                            <a:effectLst/>
                            <a:latin typeface="Cambria Math" panose="02040503050406030204" pitchFamily="18" charset="0"/>
                            <a:ea typeface="Times New Roman" panose="02020603050405020304" pitchFamily="18" charset="0"/>
                          </a:rPr>
                          <m:t>𝑢</m:t>
                        </m:r>
                      </m:sub>
                    </m:sSub>
                    <m:r>
                      <a:rPr lang="tr-TR" sz="1800" i="1">
                        <a:effectLst/>
                        <a:latin typeface="Cambria Math" panose="02040503050406030204" pitchFamily="18" charset="0"/>
                        <a:ea typeface="Times New Roman" panose="02020603050405020304" pitchFamily="18" charset="0"/>
                      </a:rPr>
                      <m:t>=54.3</m:t>
                    </m:r>
                  </m:oMath>
                </a14:m>
                <a:r>
                  <a:rPr lang="tr-TR" sz="1800" dirty="0">
                    <a:effectLst/>
                    <a:latin typeface="Times New Roman" panose="02020603050405020304" pitchFamily="18" charset="0"/>
                    <a:ea typeface="Times New Roman" panose="02020603050405020304" pitchFamily="18" charset="0"/>
                  </a:rPr>
                  <a:t>  	            Sallanmayan kütle (kg)</a:t>
                </a:r>
              </a:p>
              <a:p>
                <a:pPr>
                  <a:lnSpc>
                    <a:spcPct val="107000"/>
                  </a:lnSpc>
                  <a:spcAft>
                    <a:spcPts val="800"/>
                  </a:spcAft>
                </a:pPr>
                <a14:m>
                  <m:oMath xmlns:m="http://schemas.openxmlformats.org/officeDocument/2006/math">
                    <m:sSub>
                      <m:sSubPr>
                        <m:ctrlPr>
                          <a:rPr lang="tr-TR" sz="1800" i="1">
                            <a:effectLst/>
                            <a:latin typeface="Cambria Math" panose="02040503050406030204" pitchFamily="18" charset="0"/>
                            <a:ea typeface="Times New Roman" panose="02020603050405020304" pitchFamily="18" charset="0"/>
                          </a:rPr>
                        </m:ctrlPr>
                      </m:sSubPr>
                      <m:e>
                        <m:r>
                          <a:rPr lang="tr-TR" sz="1800" i="1">
                            <a:effectLst/>
                            <a:latin typeface="Cambria Math" panose="02040503050406030204" pitchFamily="18" charset="0"/>
                            <a:ea typeface="Times New Roman" panose="02020603050405020304" pitchFamily="18" charset="0"/>
                          </a:rPr>
                          <m:t>𝑘</m:t>
                        </m:r>
                      </m:e>
                      <m:sub>
                        <m:r>
                          <a:rPr lang="tr-TR" sz="1800" i="1">
                            <a:effectLst/>
                            <a:latin typeface="Cambria Math" panose="02040503050406030204" pitchFamily="18" charset="0"/>
                            <a:ea typeface="Times New Roman" panose="02020603050405020304" pitchFamily="18" charset="0"/>
                          </a:rPr>
                          <m:t>𝑠</m:t>
                        </m:r>
                      </m:sub>
                    </m:sSub>
                    <m:r>
                      <a:rPr lang="tr-TR" sz="1800" i="1">
                        <a:effectLst/>
                        <a:latin typeface="Cambria Math" panose="02040503050406030204" pitchFamily="18" charset="0"/>
                        <a:ea typeface="Times New Roman" panose="02020603050405020304" pitchFamily="18" charset="0"/>
                      </a:rPr>
                      <m:t>=19960</m:t>
                    </m:r>
                  </m:oMath>
                </a14:m>
                <a:r>
                  <a:rPr lang="tr-TR" sz="1800" dirty="0">
                    <a:effectLst/>
                    <a:latin typeface="Times New Roman" panose="02020603050405020304" pitchFamily="18" charset="0"/>
                    <a:ea typeface="Times New Roman" panose="02020603050405020304" pitchFamily="18" charset="0"/>
                  </a:rPr>
                  <a:t>            Süspansiyon yay sabiti (N/m)</a:t>
                </a:r>
              </a:p>
              <a:p>
                <a:pPr>
                  <a:lnSpc>
                    <a:spcPct val="107000"/>
                  </a:lnSpc>
                  <a:spcAft>
                    <a:spcPts val="800"/>
                  </a:spcAft>
                </a:pPr>
                <a14:m>
                  <m:oMath xmlns:m="http://schemas.openxmlformats.org/officeDocument/2006/math">
                    <m:sSub>
                      <m:sSubPr>
                        <m:ctrlPr>
                          <a:rPr lang="tr-TR" sz="1800" i="1">
                            <a:effectLst/>
                            <a:latin typeface="Cambria Math" panose="02040503050406030204" pitchFamily="18" charset="0"/>
                            <a:ea typeface="Times New Roman" panose="02020603050405020304" pitchFamily="18" charset="0"/>
                          </a:rPr>
                        </m:ctrlPr>
                      </m:sSubPr>
                      <m:e>
                        <m:r>
                          <a:rPr lang="tr-TR" sz="1800" i="1">
                            <a:effectLst/>
                            <a:latin typeface="Cambria Math" panose="02040503050406030204" pitchFamily="18" charset="0"/>
                            <a:ea typeface="Times New Roman" panose="02020603050405020304" pitchFamily="18" charset="0"/>
                          </a:rPr>
                          <m:t>𝑘</m:t>
                        </m:r>
                      </m:e>
                      <m:sub>
                        <m:r>
                          <a:rPr lang="tr-TR" sz="1800" i="1">
                            <a:effectLst/>
                            <a:latin typeface="Cambria Math" panose="02040503050406030204" pitchFamily="18" charset="0"/>
                            <a:ea typeface="Times New Roman" panose="02020603050405020304" pitchFamily="18" charset="0"/>
                          </a:rPr>
                          <m:t>𝑡</m:t>
                        </m:r>
                      </m:sub>
                    </m:sSub>
                    <m:r>
                      <a:rPr lang="tr-TR" sz="1800" i="1">
                        <a:effectLst/>
                        <a:latin typeface="Cambria Math" panose="02040503050406030204" pitchFamily="18" charset="0"/>
                        <a:ea typeface="Times New Roman" panose="02020603050405020304" pitchFamily="18" charset="0"/>
                      </a:rPr>
                      <m:t>=175500</m:t>
                    </m:r>
                  </m:oMath>
                </a14:m>
                <a:r>
                  <a:rPr lang="tr-TR" sz="1800" dirty="0">
                    <a:effectLst/>
                    <a:latin typeface="Times New Roman" panose="02020603050405020304" pitchFamily="18" charset="0"/>
                    <a:ea typeface="Times New Roman" panose="02020603050405020304" pitchFamily="18" charset="0"/>
                  </a:rPr>
                  <a:t>         Tekerlek yay sabiti (N/m)</a:t>
                </a:r>
              </a:p>
              <a:p>
                <a:pPr>
                  <a:lnSpc>
                    <a:spcPct val="107000"/>
                  </a:lnSpc>
                  <a:spcAft>
                    <a:spcPts val="800"/>
                  </a:spcAft>
                </a:pPr>
                <a14:m>
                  <m:oMath xmlns:m="http://schemas.openxmlformats.org/officeDocument/2006/math">
                    <m:sSub>
                      <m:sSubPr>
                        <m:ctrlPr>
                          <a:rPr lang="tr-TR" sz="1800" i="1">
                            <a:effectLst/>
                            <a:latin typeface="Cambria Math" panose="02040503050406030204" pitchFamily="18" charset="0"/>
                            <a:ea typeface="Times New Roman" panose="02020603050405020304" pitchFamily="18" charset="0"/>
                          </a:rPr>
                        </m:ctrlPr>
                      </m:sSubPr>
                      <m:e>
                        <m:r>
                          <a:rPr lang="tr-TR" sz="1800" i="1">
                            <a:effectLst/>
                            <a:latin typeface="Cambria Math" panose="02040503050406030204" pitchFamily="18" charset="0"/>
                            <a:ea typeface="Times New Roman" panose="02020603050405020304" pitchFamily="18" charset="0"/>
                          </a:rPr>
                          <m:t>𝑏</m:t>
                        </m:r>
                      </m:e>
                      <m:sub>
                        <m:r>
                          <a:rPr lang="tr-TR" sz="1800" i="1">
                            <a:effectLst/>
                            <a:latin typeface="Cambria Math" panose="02040503050406030204" pitchFamily="18" charset="0"/>
                            <a:ea typeface="Times New Roman" panose="02020603050405020304" pitchFamily="18" charset="0"/>
                          </a:rPr>
                          <m:t>𝑠</m:t>
                        </m:r>
                      </m:sub>
                    </m:sSub>
                    <m:r>
                      <a:rPr lang="tr-TR" sz="1800" i="1">
                        <a:effectLst/>
                        <a:latin typeface="Cambria Math" panose="02040503050406030204" pitchFamily="18" charset="0"/>
                        <a:ea typeface="Times New Roman" panose="02020603050405020304" pitchFamily="18" charset="0"/>
                      </a:rPr>
                      <m:t>=1290</m:t>
                    </m:r>
                  </m:oMath>
                </a14:m>
                <a:r>
                  <a:rPr lang="tr-TR" sz="1800" dirty="0">
                    <a:effectLst/>
                    <a:latin typeface="Times New Roman" panose="02020603050405020304" pitchFamily="18" charset="0"/>
                    <a:ea typeface="Times New Roman" panose="02020603050405020304" pitchFamily="18" charset="0"/>
                  </a:rPr>
                  <a:t>              Süspansiyon sönümleme katsayısı (</a:t>
                </a:r>
                <a:r>
                  <a:rPr lang="tr-TR" sz="1800" dirty="0" err="1">
                    <a:effectLst/>
                    <a:latin typeface="Times New Roman" panose="02020603050405020304" pitchFamily="18" charset="0"/>
                    <a:ea typeface="Times New Roman" panose="02020603050405020304" pitchFamily="18" charset="0"/>
                  </a:rPr>
                  <a:t>sec</a:t>
                </a:r>
                <a:r>
                  <a:rPr lang="tr-TR" sz="1800" dirty="0">
                    <a:effectLst/>
                    <a:latin typeface="Times New Roman" panose="02020603050405020304" pitchFamily="18" charset="0"/>
                    <a:ea typeface="Times New Roman" panose="02020603050405020304" pitchFamily="18" charset="0"/>
                  </a:rPr>
                  <a:t>/m)</a:t>
                </a:r>
              </a:p>
              <a:p>
                <a:pPr>
                  <a:lnSpc>
                    <a:spcPct val="107000"/>
                  </a:lnSpc>
                  <a:spcAft>
                    <a:spcPts val="800"/>
                  </a:spcAft>
                </a:pPr>
                <a14:m>
                  <m:oMath xmlns:m="http://schemas.openxmlformats.org/officeDocument/2006/math">
                    <m:sSub>
                      <m:sSubPr>
                        <m:ctrlPr>
                          <a:rPr lang="tr-TR" sz="1800" i="1">
                            <a:effectLst/>
                            <a:latin typeface="Cambria Math" panose="02040503050406030204" pitchFamily="18" charset="0"/>
                            <a:ea typeface="Times New Roman" panose="02020603050405020304" pitchFamily="18" charset="0"/>
                          </a:rPr>
                        </m:ctrlPr>
                      </m:sSubPr>
                      <m:e>
                        <m:r>
                          <a:rPr lang="tr-TR" sz="1800" i="1">
                            <a:effectLst/>
                            <a:latin typeface="Cambria Math" panose="02040503050406030204" pitchFamily="18" charset="0"/>
                            <a:ea typeface="Times New Roman" panose="02020603050405020304" pitchFamily="18" charset="0"/>
                          </a:rPr>
                          <m:t>𝑏</m:t>
                        </m:r>
                      </m:e>
                      <m:sub>
                        <m:r>
                          <a:rPr lang="tr-TR" sz="1800" i="1">
                            <a:effectLst/>
                            <a:latin typeface="Cambria Math" panose="02040503050406030204" pitchFamily="18" charset="0"/>
                            <a:ea typeface="Times New Roman" panose="02020603050405020304" pitchFamily="18" charset="0"/>
                          </a:rPr>
                          <m:t>𝑡</m:t>
                        </m:r>
                      </m:sub>
                    </m:sSub>
                    <m:r>
                      <a:rPr lang="tr-TR" sz="1800" i="1">
                        <a:effectLst/>
                        <a:latin typeface="Cambria Math" panose="02040503050406030204" pitchFamily="18" charset="0"/>
                        <a:ea typeface="Times New Roman" panose="02020603050405020304" pitchFamily="18" charset="0"/>
                      </a:rPr>
                      <m:t>=645</m:t>
                    </m:r>
                  </m:oMath>
                </a14:m>
                <a:r>
                  <a:rPr lang="tr-TR" sz="1800" dirty="0">
                    <a:effectLst/>
                    <a:latin typeface="Times New Roman" panose="02020603050405020304" pitchFamily="18" charset="0"/>
                    <a:ea typeface="Times New Roman" panose="02020603050405020304" pitchFamily="18" charset="0"/>
                  </a:rPr>
                  <a:t>                Tekerlek sönümleme katsayısı (</a:t>
                </a:r>
                <a:r>
                  <a:rPr lang="tr-TR" sz="1800" dirty="0" err="1">
                    <a:effectLst/>
                    <a:latin typeface="Times New Roman" panose="02020603050405020304" pitchFamily="18" charset="0"/>
                    <a:ea typeface="Times New Roman" panose="02020603050405020304" pitchFamily="18" charset="0"/>
                  </a:rPr>
                  <a:t>sec</a:t>
                </a:r>
                <a:r>
                  <a:rPr lang="tr-TR" sz="1800" dirty="0">
                    <a:effectLst/>
                    <a:latin typeface="Times New Roman" panose="02020603050405020304" pitchFamily="18" charset="0"/>
                    <a:ea typeface="Times New Roman" panose="02020603050405020304" pitchFamily="18" charset="0"/>
                  </a:rPr>
                  <a:t>/m)</a:t>
                </a:r>
              </a:p>
              <a:p>
                <a:endParaRPr lang="tr-TR" dirty="0"/>
              </a:p>
            </p:txBody>
          </p:sp>
        </mc:Choice>
        <mc:Fallback xmlns="">
          <p:sp>
            <p:nvSpPr>
              <p:cNvPr id="5" name="Metin kutusu 4">
                <a:extLst>
                  <a:ext uri="{FF2B5EF4-FFF2-40B4-BE49-F238E27FC236}">
                    <a16:creationId xmlns:a16="http://schemas.microsoft.com/office/drawing/2014/main" id="{2421007E-B7A1-FAAD-5F89-F628FA19F30A}"/>
                  </a:ext>
                </a:extLst>
              </p:cNvPr>
              <p:cNvSpPr txBox="1">
                <a:spLocks noRot="1" noChangeAspect="1" noMove="1" noResize="1" noEditPoints="1" noAdjustHandles="1" noChangeArrowheads="1" noChangeShapeType="1" noTextEdit="1"/>
              </p:cNvSpPr>
              <p:nvPr/>
            </p:nvSpPr>
            <p:spPr>
              <a:xfrm>
                <a:off x="983849" y="4125963"/>
                <a:ext cx="7703831" cy="2763064"/>
              </a:xfrm>
              <a:prstGeom prst="rect">
                <a:avLst/>
              </a:prstGeom>
              <a:blipFill>
                <a:blip r:embed="rId4"/>
                <a:stretch>
                  <a:fillRect t="-1325"/>
                </a:stretch>
              </a:blipFill>
            </p:spPr>
            <p:txBody>
              <a:bodyPr/>
              <a:lstStyle/>
              <a:p>
                <a:r>
                  <a:rPr lang="tr-TR">
                    <a:noFill/>
                  </a:rPr>
                  <a:t> </a:t>
                </a:r>
              </a:p>
            </p:txBody>
          </p:sp>
        </mc:Fallback>
      </mc:AlternateContent>
    </p:spTree>
    <p:extLst>
      <p:ext uri="{BB962C8B-B14F-4D97-AF65-F5344CB8AC3E}">
        <p14:creationId xmlns:p14="http://schemas.microsoft.com/office/powerpoint/2010/main" val="14097034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2DFED7C-6EA1-5D67-A3E2-6B1E447CD443}"/>
              </a:ext>
            </a:extLst>
          </p:cNvPr>
          <p:cNvSpPr>
            <a:spLocks noGrp="1"/>
          </p:cNvSpPr>
          <p:nvPr>
            <p:ph type="title"/>
          </p:nvPr>
        </p:nvSpPr>
        <p:spPr>
          <a:xfrm>
            <a:off x="155293" y="0"/>
            <a:ext cx="10515600" cy="1030931"/>
          </a:xfrm>
        </p:spPr>
        <p:txBody>
          <a:bodyPr/>
          <a:lstStyle/>
          <a:p>
            <a:r>
              <a:rPr lang="tr-TR" b="1" dirty="0">
                <a:effectLst>
                  <a:outerShdw blurRad="38100" dist="38100" dir="2700000" algn="tl">
                    <a:srgbClr val="000000">
                      <a:alpha val="43137"/>
                    </a:srgbClr>
                  </a:outerShdw>
                </a:effectLst>
              </a:rPr>
              <a:t>Sistem modelleme / Durum Uzay Modeli</a:t>
            </a:r>
            <a:endParaRPr lang="tr-TR" dirty="0"/>
          </a:p>
        </p:txBody>
      </p:sp>
      <mc:AlternateContent xmlns:mc="http://schemas.openxmlformats.org/markup-compatibility/2006" xmlns:a14="http://schemas.microsoft.com/office/drawing/2010/main">
        <mc:Choice Requires="a14">
          <p:sp>
            <p:nvSpPr>
              <p:cNvPr id="3" name="İçerik Yer Tutucusu 2">
                <a:extLst>
                  <a:ext uri="{FF2B5EF4-FFF2-40B4-BE49-F238E27FC236}">
                    <a16:creationId xmlns:a16="http://schemas.microsoft.com/office/drawing/2014/main" id="{E0FB3F15-9BD8-8B41-0934-93F60B30CAEF}"/>
                  </a:ext>
                </a:extLst>
              </p:cNvPr>
              <p:cNvSpPr>
                <a:spLocks noGrp="1"/>
              </p:cNvSpPr>
              <p:nvPr>
                <p:ph idx="1"/>
              </p:nvPr>
            </p:nvSpPr>
            <p:spPr>
              <a:xfrm>
                <a:off x="155293" y="1527099"/>
                <a:ext cx="5388980" cy="4051139"/>
              </a:xfrm>
            </p:spPr>
            <p:txBody>
              <a:bodyPr>
                <a:normAutofit fontScale="70000" lnSpcReduction="20000"/>
              </a:bodyPr>
              <a:lstStyle/>
              <a:p>
                <a:pPr>
                  <a:lnSpc>
                    <a:spcPct val="107000"/>
                  </a:lnSpc>
                  <a:spcAft>
                    <a:spcPts val="800"/>
                  </a:spcAft>
                </a:pPr>
                <a:r>
                  <a:rPr lang="tr-TR" sz="2300" dirty="0">
                    <a:effectLst/>
                    <a:latin typeface="Times New Roman" panose="02020603050405020304" pitchFamily="18" charset="0"/>
                    <a:ea typeface="Times New Roman" panose="02020603050405020304" pitchFamily="18" charset="0"/>
                  </a:rPr>
                  <a:t>Durum değişkenleri;</a:t>
                </a:r>
              </a:p>
              <a:p>
                <a:pPr>
                  <a:lnSpc>
                    <a:spcPct val="107000"/>
                  </a:lnSpc>
                  <a:spcAft>
                    <a:spcPts val="800"/>
                  </a:spcAft>
                </a:pPr>
                <a14:m>
                  <m:oMath xmlns:m="http://schemas.openxmlformats.org/officeDocument/2006/math">
                    <m:sSub>
                      <m:sSubPr>
                        <m:ctrlPr>
                          <a:rPr lang="tr-TR" sz="2300" b="1" i="1" smtClean="0">
                            <a:effectLst/>
                            <a:latin typeface="Cambria Math" panose="02040503050406030204" pitchFamily="18" charset="0"/>
                            <a:ea typeface="Times New Roman" panose="02020603050405020304" pitchFamily="18" charset="0"/>
                          </a:rPr>
                        </m:ctrlPr>
                      </m:sSubPr>
                      <m:e>
                        <m:r>
                          <a:rPr lang="tr-TR" sz="2300" b="1" i="1">
                            <a:effectLst/>
                            <a:latin typeface="Cambria Math" panose="02040503050406030204" pitchFamily="18" charset="0"/>
                            <a:ea typeface="Times New Roman" panose="02020603050405020304" pitchFamily="18" charset="0"/>
                          </a:rPr>
                          <m:t>𝒙</m:t>
                        </m:r>
                      </m:e>
                      <m:sub>
                        <m:r>
                          <a:rPr lang="tr-TR" sz="2300" b="1" i="1">
                            <a:effectLst/>
                            <a:latin typeface="Cambria Math" panose="02040503050406030204" pitchFamily="18" charset="0"/>
                            <a:ea typeface="Times New Roman" panose="02020603050405020304" pitchFamily="18" charset="0"/>
                          </a:rPr>
                          <m:t>𝟏</m:t>
                        </m:r>
                      </m:sub>
                    </m:sSub>
                    <m:r>
                      <a:rPr lang="tr-TR" sz="2300" b="1" i="1">
                        <a:effectLst/>
                        <a:latin typeface="Cambria Math" panose="02040503050406030204" pitchFamily="18" charset="0"/>
                        <a:ea typeface="Times New Roman" panose="02020603050405020304" pitchFamily="18" charset="0"/>
                      </a:rPr>
                      <m:t>=</m:t>
                    </m:r>
                    <m:sSub>
                      <m:sSubPr>
                        <m:ctrlPr>
                          <a:rPr lang="tr-TR" sz="2300" b="1" i="1">
                            <a:effectLst/>
                            <a:latin typeface="Cambria Math" panose="02040503050406030204" pitchFamily="18" charset="0"/>
                            <a:ea typeface="Times New Roman" panose="02020603050405020304" pitchFamily="18" charset="0"/>
                          </a:rPr>
                        </m:ctrlPr>
                      </m:sSubPr>
                      <m:e>
                        <m:r>
                          <a:rPr lang="tr-TR" sz="2300" b="1" i="1">
                            <a:effectLst/>
                            <a:latin typeface="Cambria Math" panose="02040503050406030204" pitchFamily="18" charset="0"/>
                            <a:ea typeface="Times New Roman" panose="02020603050405020304" pitchFamily="18" charset="0"/>
                          </a:rPr>
                          <m:t>𝒛</m:t>
                        </m:r>
                      </m:e>
                      <m:sub>
                        <m:r>
                          <a:rPr lang="tr-TR" sz="2300" b="1" i="1">
                            <a:effectLst/>
                            <a:latin typeface="Cambria Math" panose="02040503050406030204" pitchFamily="18" charset="0"/>
                            <a:ea typeface="Times New Roman" panose="02020603050405020304" pitchFamily="18" charset="0"/>
                          </a:rPr>
                          <m:t>𝒔</m:t>
                        </m:r>
                      </m:sub>
                    </m:sSub>
                    <m:r>
                      <a:rPr lang="tr-TR" sz="2300" b="1" i="1">
                        <a:effectLst/>
                        <a:latin typeface="Cambria Math" panose="02040503050406030204" pitchFamily="18" charset="0"/>
                        <a:ea typeface="Times New Roman" panose="02020603050405020304" pitchFamily="18" charset="0"/>
                      </a:rPr>
                      <m:t>−</m:t>
                    </m:r>
                    <m:sSub>
                      <m:sSubPr>
                        <m:ctrlPr>
                          <a:rPr lang="tr-TR" sz="2300" b="1" i="1">
                            <a:effectLst/>
                            <a:latin typeface="Cambria Math" panose="02040503050406030204" pitchFamily="18" charset="0"/>
                            <a:ea typeface="Times New Roman" panose="02020603050405020304" pitchFamily="18" charset="0"/>
                          </a:rPr>
                        </m:ctrlPr>
                      </m:sSubPr>
                      <m:e>
                        <m:r>
                          <a:rPr lang="tr-TR" sz="2300" b="1" i="1">
                            <a:effectLst/>
                            <a:latin typeface="Cambria Math" panose="02040503050406030204" pitchFamily="18" charset="0"/>
                            <a:ea typeface="Times New Roman" panose="02020603050405020304" pitchFamily="18" charset="0"/>
                          </a:rPr>
                          <m:t>𝒛</m:t>
                        </m:r>
                      </m:e>
                      <m:sub>
                        <m:r>
                          <a:rPr lang="tr-TR" sz="2300" b="1" i="1">
                            <a:effectLst/>
                            <a:latin typeface="Cambria Math" panose="02040503050406030204" pitchFamily="18" charset="0"/>
                            <a:ea typeface="Times New Roman" panose="02020603050405020304" pitchFamily="18" charset="0"/>
                          </a:rPr>
                          <m:t>𝒖</m:t>
                        </m:r>
                      </m:sub>
                    </m:sSub>
                  </m:oMath>
                </a14:m>
                <a:r>
                  <a:rPr lang="tr-TR" sz="2300" b="1" dirty="0">
                    <a:effectLst/>
                    <a:latin typeface="Times New Roman" panose="02020603050405020304" pitchFamily="18" charset="0"/>
                    <a:ea typeface="Times New Roman" panose="02020603050405020304" pitchFamily="18" charset="0"/>
                  </a:rPr>
                  <a:t>           </a:t>
                </a:r>
                <a:r>
                  <a:rPr lang="tr-TR" sz="2300" dirty="0">
                    <a:effectLst/>
                    <a:latin typeface="Times New Roman" panose="02020603050405020304" pitchFamily="18" charset="0"/>
                    <a:ea typeface="Times New Roman" panose="02020603050405020304" pitchFamily="18" charset="0"/>
                  </a:rPr>
                  <a:t>(süspansiyon sapması)                           </a:t>
                </a:r>
              </a:p>
              <a:p>
                <a:pPr>
                  <a:lnSpc>
                    <a:spcPct val="107000"/>
                  </a:lnSpc>
                  <a:spcAft>
                    <a:spcPts val="800"/>
                  </a:spcAft>
                </a:pPr>
                <a14:m>
                  <m:oMath xmlns:m="http://schemas.openxmlformats.org/officeDocument/2006/math">
                    <m:sSub>
                      <m:sSubPr>
                        <m:ctrlPr>
                          <a:rPr lang="tr-TR" sz="2300" b="1" i="1">
                            <a:effectLst/>
                            <a:latin typeface="Cambria Math" panose="02040503050406030204" pitchFamily="18" charset="0"/>
                            <a:ea typeface="Times New Roman" panose="02020603050405020304" pitchFamily="18" charset="0"/>
                          </a:rPr>
                        </m:ctrlPr>
                      </m:sSubPr>
                      <m:e>
                        <m:r>
                          <a:rPr lang="tr-TR" sz="2300" b="1" i="1">
                            <a:effectLst/>
                            <a:latin typeface="Cambria Math" panose="02040503050406030204" pitchFamily="18" charset="0"/>
                            <a:ea typeface="Times New Roman" panose="02020603050405020304" pitchFamily="18" charset="0"/>
                          </a:rPr>
                          <m:t>𝒙</m:t>
                        </m:r>
                      </m:e>
                      <m:sub>
                        <m:r>
                          <a:rPr lang="tr-TR" sz="2300" b="1" i="1">
                            <a:effectLst/>
                            <a:latin typeface="Cambria Math" panose="02040503050406030204" pitchFamily="18" charset="0"/>
                            <a:ea typeface="Times New Roman" panose="02020603050405020304" pitchFamily="18" charset="0"/>
                          </a:rPr>
                          <m:t>𝟐</m:t>
                        </m:r>
                      </m:sub>
                    </m:sSub>
                    <m:r>
                      <a:rPr lang="tr-TR" sz="2300" b="1" i="1">
                        <a:effectLst/>
                        <a:latin typeface="Cambria Math" panose="02040503050406030204" pitchFamily="18" charset="0"/>
                        <a:ea typeface="Times New Roman" panose="02020603050405020304" pitchFamily="18" charset="0"/>
                      </a:rPr>
                      <m:t>=</m:t>
                    </m:r>
                    <m:sSub>
                      <m:sSubPr>
                        <m:ctrlPr>
                          <a:rPr lang="tr-TR" sz="2300" b="1" i="1">
                            <a:effectLst/>
                            <a:latin typeface="Cambria Math" panose="02040503050406030204" pitchFamily="18" charset="0"/>
                            <a:ea typeface="Times New Roman" panose="02020603050405020304" pitchFamily="18" charset="0"/>
                          </a:rPr>
                        </m:ctrlPr>
                      </m:sSubPr>
                      <m:e>
                        <m:acc>
                          <m:accPr>
                            <m:chr m:val="̇"/>
                            <m:ctrlPr>
                              <a:rPr lang="tr-TR" sz="2300" b="1" i="1">
                                <a:effectLst/>
                                <a:latin typeface="Cambria Math" panose="02040503050406030204" pitchFamily="18" charset="0"/>
                                <a:ea typeface="Times New Roman" panose="02020603050405020304" pitchFamily="18" charset="0"/>
                              </a:rPr>
                            </m:ctrlPr>
                          </m:accPr>
                          <m:e>
                            <m:r>
                              <a:rPr lang="tr-TR" sz="2300" b="1" i="1">
                                <a:effectLst/>
                                <a:latin typeface="Cambria Math" panose="02040503050406030204" pitchFamily="18" charset="0"/>
                                <a:ea typeface="Times New Roman" panose="02020603050405020304" pitchFamily="18" charset="0"/>
                              </a:rPr>
                              <m:t>𝒛</m:t>
                            </m:r>
                          </m:e>
                        </m:acc>
                      </m:e>
                      <m:sub>
                        <m:r>
                          <a:rPr lang="tr-TR" sz="2300" b="1" i="1">
                            <a:effectLst/>
                            <a:latin typeface="Cambria Math" panose="02040503050406030204" pitchFamily="18" charset="0"/>
                            <a:ea typeface="Times New Roman" panose="02020603050405020304" pitchFamily="18" charset="0"/>
                          </a:rPr>
                          <m:t>𝒔</m:t>
                        </m:r>
                      </m:sub>
                    </m:sSub>
                  </m:oMath>
                </a14:m>
                <a:r>
                  <a:rPr lang="tr-TR" sz="2300" b="1" dirty="0">
                    <a:effectLst/>
                    <a:latin typeface="Times New Roman" panose="02020603050405020304" pitchFamily="18" charset="0"/>
                    <a:ea typeface="Times New Roman" panose="02020603050405020304" pitchFamily="18" charset="0"/>
                  </a:rPr>
                  <a:t>                    </a:t>
                </a:r>
                <a:r>
                  <a:rPr lang="tr-TR" sz="2300" dirty="0">
                    <a:effectLst/>
                    <a:latin typeface="Times New Roman" panose="02020603050405020304" pitchFamily="18" charset="0"/>
                    <a:ea typeface="Times New Roman" panose="02020603050405020304" pitchFamily="18" charset="0"/>
                  </a:rPr>
                  <a:t>(araç gövdesi dikey hızlanması)</a:t>
                </a:r>
              </a:p>
              <a:p>
                <a:pPr>
                  <a:lnSpc>
                    <a:spcPct val="107000"/>
                  </a:lnSpc>
                  <a:spcAft>
                    <a:spcPts val="800"/>
                  </a:spcAft>
                </a:pPr>
                <a14:m>
                  <m:oMath xmlns:m="http://schemas.openxmlformats.org/officeDocument/2006/math">
                    <m:sSub>
                      <m:sSubPr>
                        <m:ctrlPr>
                          <a:rPr lang="tr-TR" sz="2300" b="1" i="1">
                            <a:effectLst/>
                            <a:latin typeface="Cambria Math" panose="02040503050406030204" pitchFamily="18" charset="0"/>
                            <a:ea typeface="Times New Roman" panose="02020603050405020304" pitchFamily="18" charset="0"/>
                          </a:rPr>
                        </m:ctrlPr>
                      </m:sSubPr>
                      <m:e>
                        <m:r>
                          <a:rPr lang="tr-TR" sz="2300" b="1" i="1">
                            <a:effectLst/>
                            <a:latin typeface="Cambria Math" panose="02040503050406030204" pitchFamily="18" charset="0"/>
                            <a:ea typeface="Times New Roman" panose="02020603050405020304" pitchFamily="18" charset="0"/>
                          </a:rPr>
                          <m:t>𝒙</m:t>
                        </m:r>
                      </m:e>
                      <m:sub>
                        <m:r>
                          <a:rPr lang="tr-TR" sz="2300" b="1" i="1">
                            <a:effectLst/>
                            <a:latin typeface="Cambria Math" panose="02040503050406030204" pitchFamily="18" charset="0"/>
                            <a:ea typeface="Times New Roman" panose="02020603050405020304" pitchFamily="18" charset="0"/>
                          </a:rPr>
                          <m:t>𝟑</m:t>
                        </m:r>
                      </m:sub>
                    </m:sSub>
                    <m:r>
                      <a:rPr lang="tr-TR" sz="2300" b="1" i="1">
                        <a:effectLst/>
                        <a:latin typeface="Cambria Math" panose="02040503050406030204" pitchFamily="18" charset="0"/>
                        <a:ea typeface="Times New Roman" panose="02020603050405020304" pitchFamily="18" charset="0"/>
                      </a:rPr>
                      <m:t>=</m:t>
                    </m:r>
                    <m:sSub>
                      <m:sSubPr>
                        <m:ctrlPr>
                          <a:rPr lang="tr-TR" sz="2300" b="1" i="1">
                            <a:effectLst/>
                            <a:latin typeface="Cambria Math" panose="02040503050406030204" pitchFamily="18" charset="0"/>
                            <a:ea typeface="Times New Roman" panose="02020603050405020304" pitchFamily="18" charset="0"/>
                          </a:rPr>
                        </m:ctrlPr>
                      </m:sSubPr>
                      <m:e>
                        <m:r>
                          <a:rPr lang="tr-TR" sz="2300" b="1" i="1">
                            <a:effectLst/>
                            <a:latin typeface="Cambria Math" panose="02040503050406030204" pitchFamily="18" charset="0"/>
                            <a:ea typeface="Times New Roman" panose="02020603050405020304" pitchFamily="18" charset="0"/>
                          </a:rPr>
                          <m:t>𝒛</m:t>
                        </m:r>
                      </m:e>
                      <m:sub>
                        <m:r>
                          <a:rPr lang="tr-TR" sz="2300" b="1" i="1">
                            <a:effectLst/>
                            <a:latin typeface="Cambria Math" panose="02040503050406030204" pitchFamily="18" charset="0"/>
                            <a:ea typeface="Times New Roman" panose="02020603050405020304" pitchFamily="18" charset="0"/>
                          </a:rPr>
                          <m:t>𝒖</m:t>
                        </m:r>
                      </m:sub>
                    </m:sSub>
                    <m:r>
                      <a:rPr lang="tr-TR" sz="2300" b="1" i="1">
                        <a:effectLst/>
                        <a:latin typeface="Cambria Math" panose="02040503050406030204" pitchFamily="18" charset="0"/>
                        <a:ea typeface="Times New Roman" panose="02020603050405020304" pitchFamily="18" charset="0"/>
                      </a:rPr>
                      <m:t>−</m:t>
                    </m:r>
                    <m:sSub>
                      <m:sSubPr>
                        <m:ctrlPr>
                          <a:rPr lang="tr-TR" sz="2300" b="1" i="1">
                            <a:effectLst/>
                            <a:latin typeface="Cambria Math" panose="02040503050406030204" pitchFamily="18" charset="0"/>
                            <a:ea typeface="Times New Roman" panose="02020603050405020304" pitchFamily="18" charset="0"/>
                          </a:rPr>
                        </m:ctrlPr>
                      </m:sSubPr>
                      <m:e>
                        <m:r>
                          <a:rPr lang="tr-TR" sz="2300" b="1" i="1">
                            <a:effectLst/>
                            <a:latin typeface="Cambria Math" panose="02040503050406030204" pitchFamily="18" charset="0"/>
                            <a:ea typeface="Times New Roman" panose="02020603050405020304" pitchFamily="18" charset="0"/>
                          </a:rPr>
                          <m:t>𝒛</m:t>
                        </m:r>
                      </m:e>
                      <m:sub>
                        <m:r>
                          <a:rPr lang="tr-TR" sz="2300" b="1" i="1">
                            <a:effectLst/>
                            <a:latin typeface="Cambria Math" panose="02040503050406030204" pitchFamily="18" charset="0"/>
                            <a:ea typeface="Times New Roman" panose="02020603050405020304" pitchFamily="18" charset="0"/>
                          </a:rPr>
                          <m:t>𝒓</m:t>
                        </m:r>
                      </m:sub>
                    </m:sSub>
                  </m:oMath>
                </a14:m>
                <a:r>
                  <a:rPr lang="tr-TR" sz="2300" b="1" dirty="0">
                    <a:effectLst/>
                    <a:latin typeface="Times New Roman" panose="02020603050405020304" pitchFamily="18" charset="0"/>
                    <a:ea typeface="Times New Roman" panose="02020603050405020304" pitchFamily="18" charset="0"/>
                  </a:rPr>
                  <a:t>          </a:t>
                </a:r>
                <a:r>
                  <a:rPr lang="tr-TR" sz="2300" dirty="0">
                    <a:effectLst/>
                    <a:latin typeface="Times New Roman" panose="02020603050405020304" pitchFamily="18" charset="0"/>
                    <a:ea typeface="Times New Roman" panose="02020603050405020304" pitchFamily="18" charset="0"/>
                  </a:rPr>
                  <a:t>(tekerlek bükülmesi)</a:t>
                </a:r>
              </a:p>
              <a:p>
                <a:pPr>
                  <a:lnSpc>
                    <a:spcPct val="107000"/>
                  </a:lnSpc>
                  <a:spcAft>
                    <a:spcPts val="800"/>
                  </a:spcAft>
                </a:pPr>
                <a14:m>
                  <m:oMath xmlns:m="http://schemas.openxmlformats.org/officeDocument/2006/math">
                    <m:sSub>
                      <m:sSubPr>
                        <m:ctrlPr>
                          <a:rPr lang="tr-TR" sz="2300" b="1" i="1">
                            <a:effectLst/>
                            <a:latin typeface="Cambria Math" panose="02040503050406030204" pitchFamily="18" charset="0"/>
                            <a:ea typeface="Times New Roman" panose="02020603050405020304" pitchFamily="18" charset="0"/>
                          </a:rPr>
                        </m:ctrlPr>
                      </m:sSubPr>
                      <m:e>
                        <m:r>
                          <a:rPr lang="tr-TR" sz="2300" b="1" i="1">
                            <a:effectLst/>
                            <a:latin typeface="Cambria Math" panose="02040503050406030204" pitchFamily="18" charset="0"/>
                            <a:ea typeface="Times New Roman" panose="02020603050405020304" pitchFamily="18" charset="0"/>
                          </a:rPr>
                          <m:t>𝒙</m:t>
                        </m:r>
                      </m:e>
                      <m:sub>
                        <m:r>
                          <a:rPr lang="tr-TR" sz="2300" b="1" i="1">
                            <a:effectLst/>
                            <a:latin typeface="Cambria Math" panose="02040503050406030204" pitchFamily="18" charset="0"/>
                            <a:ea typeface="Times New Roman" panose="02020603050405020304" pitchFamily="18" charset="0"/>
                          </a:rPr>
                          <m:t>𝟒</m:t>
                        </m:r>
                      </m:sub>
                    </m:sSub>
                    <m:r>
                      <a:rPr lang="tr-TR" sz="2300" b="1" i="1">
                        <a:effectLst/>
                        <a:latin typeface="Cambria Math" panose="02040503050406030204" pitchFamily="18" charset="0"/>
                        <a:ea typeface="Times New Roman" panose="02020603050405020304" pitchFamily="18" charset="0"/>
                      </a:rPr>
                      <m:t>=</m:t>
                    </m:r>
                    <m:sSub>
                      <m:sSubPr>
                        <m:ctrlPr>
                          <a:rPr lang="tr-TR" sz="2300" b="1" i="1">
                            <a:effectLst/>
                            <a:latin typeface="Cambria Math" panose="02040503050406030204" pitchFamily="18" charset="0"/>
                            <a:ea typeface="Times New Roman" panose="02020603050405020304" pitchFamily="18" charset="0"/>
                          </a:rPr>
                        </m:ctrlPr>
                      </m:sSubPr>
                      <m:e>
                        <m:acc>
                          <m:accPr>
                            <m:chr m:val="̇"/>
                            <m:ctrlPr>
                              <a:rPr lang="tr-TR" sz="2300" b="1" i="1">
                                <a:effectLst/>
                                <a:latin typeface="Cambria Math" panose="02040503050406030204" pitchFamily="18" charset="0"/>
                                <a:ea typeface="Times New Roman" panose="02020603050405020304" pitchFamily="18" charset="0"/>
                              </a:rPr>
                            </m:ctrlPr>
                          </m:accPr>
                          <m:e>
                            <m:r>
                              <a:rPr lang="tr-TR" sz="2300" b="1" i="1">
                                <a:effectLst/>
                                <a:latin typeface="Cambria Math" panose="02040503050406030204" pitchFamily="18" charset="0"/>
                                <a:ea typeface="Times New Roman" panose="02020603050405020304" pitchFamily="18" charset="0"/>
                              </a:rPr>
                              <m:t>𝒛</m:t>
                            </m:r>
                          </m:e>
                        </m:acc>
                      </m:e>
                      <m:sub>
                        <m:r>
                          <a:rPr lang="tr-TR" sz="2300" b="1" i="1">
                            <a:effectLst/>
                            <a:latin typeface="Cambria Math" panose="02040503050406030204" pitchFamily="18" charset="0"/>
                            <a:ea typeface="Times New Roman" panose="02020603050405020304" pitchFamily="18" charset="0"/>
                          </a:rPr>
                          <m:t>𝒖</m:t>
                        </m:r>
                      </m:sub>
                    </m:sSub>
                  </m:oMath>
                </a14:m>
                <a:r>
                  <a:rPr lang="tr-TR" sz="2300" b="1" dirty="0">
                    <a:effectLst/>
                    <a:latin typeface="Times New Roman" panose="02020603050405020304" pitchFamily="18" charset="0"/>
                    <a:ea typeface="Times New Roman" panose="02020603050405020304" pitchFamily="18" charset="0"/>
                  </a:rPr>
                  <a:t>                   </a:t>
                </a:r>
                <a:r>
                  <a:rPr lang="tr-TR" sz="2300" dirty="0">
                    <a:effectLst/>
                    <a:latin typeface="Times New Roman" panose="02020603050405020304" pitchFamily="18" charset="0"/>
                    <a:ea typeface="Times New Roman" panose="02020603050405020304" pitchFamily="18" charset="0"/>
                  </a:rPr>
                  <a:t>(tekerlek dikey hızlanması)</a:t>
                </a:r>
              </a:p>
              <a:p>
                <a:pPr>
                  <a:lnSpc>
                    <a:spcPct val="107000"/>
                  </a:lnSpc>
                  <a:spcAft>
                    <a:spcPts val="800"/>
                  </a:spcAft>
                </a:pPr>
                <a:r>
                  <a:rPr lang="tr-TR" sz="2300" dirty="0">
                    <a:effectLst/>
                    <a:latin typeface="Times New Roman" panose="02020603050405020304" pitchFamily="18" charset="0"/>
                    <a:ea typeface="Times New Roman" panose="02020603050405020304" pitchFamily="18" charset="0"/>
                  </a:rPr>
                  <a:t>ve sistemin çıkışları;</a:t>
                </a:r>
              </a:p>
              <a:p>
                <a:pPr>
                  <a:lnSpc>
                    <a:spcPct val="107000"/>
                  </a:lnSpc>
                  <a:spcAft>
                    <a:spcPts val="800"/>
                  </a:spcAft>
                </a:pPr>
                <a14:m>
                  <m:oMath xmlns:m="http://schemas.openxmlformats.org/officeDocument/2006/math">
                    <m:sSub>
                      <m:sSubPr>
                        <m:ctrlPr>
                          <a:rPr lang="tr-TR" sz="2300" b="1" i="1">
                            <a:effectLst/>
                            <a:latin typeface="Cambria Math" panose="02040503050406030204" pitchFamily="18" charset="0"/>
                            <a:ea typeface="Times New Roman" panose="02020603050405020304" pitchFamily="18" charset="0"/>
                          </a:rPr>
                        </m:ctrlPr>
                      </m:sSubPr>
                      <m:e>
                        <m:r>
                          <a:rPr lang="tr-TR" sz="2300" b="1" i="1">
                            <a:effectLst/>
                            <a:latin typeface="Cambria Math" panose="02040503050406030204" pitchFamily="18" charset="0"/>
                            <a:ea typeface="Times New Roman" panose="02020603050405020304" pitchFamily="18" charset="0"/>
                          </a:rPr>
                          <m:t>𝒚</m:t>
                        </m:r>
                      </m:e>
                      <m:sub>
                        <m:r>
                          <a:rPr lang="tr-TR" sz="2300" b="1" i="1">
                            <a:effectLst/>
                            <a:latin typeface="Cambria Math" panose="02040503050406030204" pitchFamily="18" charset="0"/>
                            <a:ea typeface="Times New Roman" panose="02020603050405020304" pitchFamily="18" charset="0"/>
                          </a:rPr>
                          <m:t>𝟏</m:t>
                        </m:r>
                      </m:sub>
                    </m:sSub>
                    <m:r>
                      <a:rPr lang="tr-TR" sz="2300" b="1" i="1">
                        <a:effectLst/>
                        <a:latin typeface="Cambria Math" panose="02040503050406030204" pitchFamily="18" charset="0"/>
                        <a:ea typeface="Times New Roman" panose="02020603050405020304" pitchFamily="18" charset="0"/>
                      </a:rPr>
                      <m:t>=</m:t>
                    </m:r>
                    <m:sSub>
                      <m:sSubPr>
                        <m:ctrlPr>
                          <a:rPr lang="tr-TR" sz="2300" b="1" i="1">
                            <a:effectLst/>
                            <a:latin typeface="Cambria Math" panose="02040503050406030204" pitchFamily="18" charset="0"/>
                            <a:ea typeface="Times New Roman" panose="02020603050405020304" pitchFamily="18" charset="0"/>
                          </a:rPr>
                        </m:ctrlPr>
                      </m:sSubPr>
                      <m:e>
                        <m:r>
                          <a:rPr lang="tr-TR" sz="2300" b="1" i="1">
                            <a:effectLst/>
                            <a:latin typeface="Cambria Math" panose="02040503050406030204" pitchFamily="18" charset="0"/>
                            <a:ea typeface="Times New Roman" panose="02020603050405020304" pitchFamily="18" charset="0"/>
                          </a:rPr>
                          <m:t>𝒛</m:t>
                        </m:r>
                      </m:e>
                      <m:sub>
                        <m:r>
                          <a:rPr lang="tr-TR" sz="2300" b="1" i="1">
                            <a:effectLst/>
                            <a:latin typeface="Cambria Math" panose="02040503050406030204" pitchFamily="18" charset="0"/>
                            <a:ea typeface="Times New Roman" panose="02020603050405020304" pitchFamily="18" charset="0"/>
                          </a:rPr>
                          <m:t>𝒔</m:t>
                        </m:r>
                      </m:sub>
                    </m:sSub>
                    <m:r>
                      <a:rPr lang="tr-TR" sz="2300" b="1" i="1">
                        <a:effectLst/>
                        <a:latin typeface="Cambria Math" panose="02040503050406030204" pitchFamily="18" charset="0"/>
                        <a:ea typeface="Times New Roman" panose="02020603050405020304" pitchFamily="18" charset="0"/>
                      </a:rPr>
                      <m:t>−</m:t>
                    </m:r>
                    <m:sSub>
                      <m:sSubPr>
                        <m:ctrlPr>
                          <a:rPr lang="tr-TR" sz="2300" b="1" i="1">
                            <a:effectLst/>
                            <a:latin typeface="Cambria Math" panose="02040503050406030204" pitchFamily="18" charset="0"/>
                            <a:ea typeface="Times New Roman" panose="02020603050405020304" pitchFamily="18" charset="0"/>
                          </a:rPr>
                        </m:ctrlPr>
                      </m:sSubPr>
                      <m:e>
                        <m:r>
                          <a:rPr lang="tr-TR" sz="2300" b="1" i="1">
                            <a:effectLst/>
                            <a:latin typeface="Cambria Math" panose="02040503050406030204" pitchFamily="18" charset="0"/>
                            <a:ea typeface="Times New Roman" panose="02020603050405020304" pitchFamily="18" charset="0"/>
                          </a:rPr>
                          <m:t>𝒛</m:t>
                        </m:r>
                      </m:e>
                      <m:sub>
                        <m:r>
                          <a:rPr lang="tr-TR" sz="2300" b="1" i="1">
                            <a:effectLst/>
                            <a:latin typeface="Cambria Math" panose="02040503050406030204" pitchFamily="18" charset="0"/>
                            <a:ea typeface="Times New Roman" panose="02020603050405020304" pitchFamily="18" charset="0"/>
                          </a:rPr>
                          <m:t>𝒖</m:t>
                        </m:r>
                      </m:sub>
                    </m:sSub>
                    <m:r>
                      <a:rPr lang="tr-TR" sz="2300" b="1" i="1">
                        <a:effectLst/>
                        <a:latin typeface="Cambria Math" panose="02040503050406030204" pitchFamily="18" charset="0"/>
                        <a:ea typeface="Times New Roman" panose="02020603050405020304" pitchFamily="18" charset="0"/>
                      </a:rPr>
                      <m:t>          </m:t>
                    </m:r>
                    <m:r>
                      <a:rPr lang="tr-TR" sz="2300">
                        <a:effectLst/>
                        <a:latin typeface="Cambria Math" panose="02040503050406030204" pitchFamily="18" charset="0"/>
                        <a:ea typeface="Times New Roman" panose="02020603050405020304" pitchFamily="18" charset="0"/>
                      </a:rPr>
                      <m:t>(</m:t>
                    </m:r>
                    <m:r>
                      <m:rPr>
                        <m:sty m:val="p"/>
                      </m:rPr>
                      <a:rPr lang="tr-TR" sz="2300">
                        <a:effectLst/>
                        <a:latin typeface="Cambria Math" panose="02040503050406030204" pitchFamily="18" charset="0"/>
                        <a:ea typeface="Times New Roman" panose="02020603050405020304" pitchFamily="18" charset="0"/>
                      </a:rPr>
                      <m:t>s</m:t>
                    </m:r>
                    <m:r>
                      <a:rPr lang="tr-TR" sz="2300">
                        <a:effectLst/>
                        <a:latin typeface="Cambria Math" panose="02040503050406030204" pitchFamily="18" charset="0"/>
                        <a:ea typeface="Times New Roman" panose="02020603050405020304" pitchFamily="18" charset="0"/>
                      </a:rPr>
                      <m:t>ü</m:t>
                    </m:r>
                    <m:r>
                      <m:rPr>
                        <m:sty m:val="p"/>
                      </m:rPr>
                      <a:rPr lang="tr-TR" sz="2300">
                        <a:effectLst/>
                        <a:latin typeface="Cambria Math" panose="02040503050406030204" pitchFamily="18" charset="0"/>
                        <a:ea typeface="Times New Roman" panose="02020603050405020304" pitchFamily="18" charset="0"/>
                      </a:rPr>
                      <m:t>spansiyon</m:t>
                    </m:r>
                    <m:r>
                      <a:rPr lang="tr-TR" sz="2300">
                        <a:effectLst/>
                        <a:latin typeface="Cambria Math" panose="02040503050406030204" pitchFamily="18" charset="0"/>
                        <a:ea typeface="Times New Roman" panose="02020603050405020304" pitchFamily="18" charset="0"/>
                      </a:rPr>
                      <m:t> </m:t>
                    </m:r>
                    <m:r>
                      <m:rPr>
                        <m:sty m:val="p"/>
                      </m:rPr>
                      <a:rPr lang="tr-TR" sz="2300">
                        <a:effectLst/>
                        <a:latin typeface="Cambria Math" panose="02040503050406030204" pitchFamily="18" charset="0"/>
                        <a:ea typeface="Times New Roman" panose="02020603050405020304" pitchFamily="18" charset="0"/>
                      </a:rPr>
                      <m:t>sapmas</m:t>
                    </m:r>
                    <m:r>
                      <a:rPr lang="tr-TR" sz="2300">
                        <a:effectLst/>
                        <a:latin typeface="Cambria Math" panose="02040503050406030204" pitchFamily="18" charset="0"/>
                        <a:ea typeface="Times New Roman" panose="02020603050405020304" pitchFamily="18" charset="0"/>
                      </a:rPr>
                      <m:t>ı</m:t>
                    </m:r>
                    <m:r>
                      <a:rPr lang="tr-TR" sz="2300" b="1" i="1">
                        <a:effectLst/>
                        <a:latin typeface="Cambria Math" panose="02040503050406030204" pitchFamily="18" charset="0"/>
                        <a:ea typeface="Times New Roman" panose="02020603050405020304" pitchFamily="18" charset="0"/>
                      </a:rPr>
                      <m:t>)</m:t>
                    </m:r>
                  </m:oMath>
                </a14:m>
                <a:r>
                  <a:rPr lang="tr-TR" sz="2300" b="1" dirty="0">
                    <a:effectLst/>
                    <a:latin typeface="Times New Roman" panose="02020603050405020304" pitchFamily="18" charset="0"/>
                    <a:ea typeface="Times New Roman" panose="02020603050405020304" pitchFamily="18" charset="0"/>
                  </a:rPr>
                  <a:t>   </a:t>
                </a:r>
                <a:endParaRPr lang="tr-TR" sz="2300" dirty="0">
                  <a:effectLst/>
                  <a:latin typeface="Times New Roman" panose="02020603050405020304" pitchFamily="18" charset="0"/>
                  <a:ea typeface="Times New Roman" panose="02020603050405020304" pitchFamily="18" charset="0"/>
                </a:endParaRPr>
              </a:p>
              <a:p>
                <a:pPr>
                  <a:lnSpc>
                    <a:spcPct val="107000"/>
                  </a:lnSpc>
                  <a:spcAft>
                    <a:spcPts val="800"/>
                  </a:spcAft>
                </a:pPr>
                <a14:m>
                  <m:oMath xmlns:m="http://schemas.openxmlformats.org/officeDocument/2006/math">
                    <m:sSub>
                      <m:sSubPr>
                        <m:ctrlPr>
                          <a:rPr lang="tr-TR" sz="2300" b="1" i="1">
                            <a:effectLst/>
                            <a:latin typeface="Cambria Math" panose="02040503050406030204" pitchFamily="18" charset="0"/>
                            <a:ea typeface="Times New Roman" panose="02020603050405020304" pitchFamily="18" charset="0"/>
                          </a:rPr>
                        </m:ctrlPr>
                      </m:sSubPr>
                      <m:e>
                        <m:r>
                          <a:rPr lang="tr-TR" sz="2300" b="1" i="1">
                            <a:effectLst/>
                            <a:latin typeface="Cambria Math" panose="02040503050406030204" pitchFamily="18" charset="0"/>
                            <a:ea typeface="Times New Roman" panose="02020603050405020304" pitchFamily="18" charset="0"/>
                          </a:rPr>
                          <m:t>𝒚</m:t>
                        </m:r>
                      </m:e>
                      <m:sub>
                        <m:r>
                          <a:rPr lang="tr-TR" sz="2300" b="1" i="1">
                            <a:effectLst/>
                            <a:latin typeface="Cambria Math" panose="02040503050406030204" pitchFamily="18" charset="0"/>
                            <a:ea typeface="Times New Roman" panose="02020603050405020304" pitchFamily="18" charset="0"/>
                          </a:rPr>
                          <m:t>𝟐</m:t>
                        </m:r>
                      </m:sub>
                    </m:sSub>
                    <m:r>
                      <a:rPr lang="tr-TR" sz="2300" b="1" i="1">
                        <a:effectLst/>
                        <a:latin typeface="Cambria Math" panose="02040503050406030204" pitchFamily="18" charset="0"/>
                        <a:ea typeface="Times New Roman" panose="02020603050405020304" pitchFamily="18" charset="0"/>
                      </a:rPr>
                      <m:t>=</m:t>
                    </m:r>
                    <m:sSub>
                      <m:sSubPr>
                        <m:ctrlPr>
                          <a:rPr lang="tr-TR" sz="2300" b="1" i="1">
                            <a:effectLst/>
                            <a:latin typeface="Cambria Math" panose="02040503050406030204" pitchFamily="18" charset="0"/>
                            <a:ea typeface="Times New Roman" panose="02020603050405020304" pitchFamily="18" charset="0"/>
                          </a:rPr>
                        </m:ctrlPr>
                      </m:sSubPr>
                      <m:e>
                        <m:acc>
                          <m:accPr>
                            <m:chr m:val="̈"/>
                            <m:ctrlPr>
                              <a:rPr lang="tr-TR" sz="2300" b="1" i="1">
                                <a:effectLst/>
                                <a:latin typeface="Cambria Math" panose="02040503050406030204" pitchFamily="18" charset="0"/>
                                <a:ea typeface="Times New Roman" panose="02020603050405020304" pitchFamily="18" charset="0"/>
                              </a:rPr>
                            </m:ctrlPr>
                          </m:accPr>
                          <m:e>
                            <m:r>
                              <a:rPr lang="tr-TR" sz="2300" b="1" i="1">
                                <a:effectLst/>
                                <a:latin typeface="Cambria Math" panose="02040503050406030204" pitchFamily="18" charset="0"/>
                                <a:ea typeface="Times New Roman" panose="02020603050405020304" pitchFamily="18" charset="0"/>
                              </a:rPr>
                              <m:t>𝒛</m:t>
                            </m:r>
                          </m:e>
                        </m:acc>
                      </m:e>
                      <m:sub>
                        <m:r>
                          <a:rPr lang="tr-TR" sz="2300" b="1" i="1">
                            <a:effectLst/>
                            <a:latin typeface="Cambria Math" panose="02040503050406030204" pitchFamily="18" charset="0"/>
                            <a:ea typeface="Times New Roman" panose="02020603050405020304" pitchFamily="18" charset="0"/>
                          </a:rPr>
                          <m:t>𝒔</m:t>
                        </m:r>
                      </m:sub>
                    </m:sSub>
                    <m:r>
                      <a:rPr lang="tr-TR" sz="2300" b="1" i="1">
                        <a:effectLst/>
                        <a:latin typeface="Cambria Math" panose="02040503050406030204" pitchFamily="18" charset="0"/>
                        <a:ea typeface="Times New Roman" panose="02020603050405020304" pitchFamily="18" charset="0"/>
                      </a:rPr>
                      <m:t>                    </m:t>
                    </m:r>
                    <m:r>
                      <a:rPr lang="tr-TR" sz="2300">
                        <a:effectLst/>
                        <a:latin typeface="Cambria Math" panose="02040503050406030204" pitchFamily="18" charset="0"/>
                        <a:ea typeface="Times New Roman" panose="02020603050405020304" pitchFamily="18" charset="0"/>
                      </a:rPr>
                      <m:t>(</m:t>
                    </m:r>
                    <m:r>
                      <m:rPr>
                        <m:sty m:val="p"/>
                      </m:rPr>
                      <a:rPr lang="tr-TR" sz="2300">
                        <a:effectLst/>
                        <a:latin typeface="Cambria Math" panose="02040503050406030204" pitchFamily="18" charset="0"/>
                        <a:ea typeface="Times New Roman" panose="02020603050405020304" pitchFamily="18" charset="0"/>
                      </a:rPr>
                      <m:t>ara</m:t>
                    </m:r>
                    <m:r>
                      <a:rPr lang="tr-TR" sz="2300">
                        <a:effectLst/>
                        <a:latin typeface="Cambria Math" panose="02040503050406030204" pitchFamily="18" charset="0"/>
                        <a:ea typeface="Times New Roman" panose="02020603050405020304" pitchFamily="18" charset="0"/>
                      </a:rPr>
                      <m:t>ç </m:t>
                    </m:r>
                    <m:r>
                      <m:rPr>
                        <m:sty m:val="p"/>
                      </m:rPr>
                      <a:rPr lang="tr-TR" sz="2300">
                        <a:effectLst/>
                        <a:latin typeface="Cambria Math" panose="02040503050406030204" pitchFamily="18" charset="0"/>
                        <a:ea typeface="Times New Roman" panose="02020603050405020304" pitchFamily="18" charset="0"/>
                      </a:rPr>
                      <m:t>g</m:t>
                    </m:r>
                    <m:r>
                      <a:rPr lang="tr-TR" sz="2300">
                        <a:effectLst/>
                        <a:latin typeface="Cambria Math" panose="02040503050406030204" pitchFamily="18" charset="0"/>
                        <a:ea typeface="Times New Roman" panose="02020603050405020304" pitchFamily="18" charset="0"/>
                      </a:rPr>
                      <m:t>ö</m:t>
                    </m:r>
                    <m:r>
                      <m:rPr>
                        <m:sty m:val="p"/>
                      </m:rPr>
                      <a:rPr lang="tr-TR" sz="2300">
                        <a:effectLst/>
                        <a:latin typeface="Cambria Math" panose="02040503050406030204" pitchFamily="18" charset="0"/>
                        <a:ea typeface="Times New Roman" panose="02020603050405020304" pitchFamily="18" charset="0"/>
                      </a:rPr>
                      <m:t>vdesi</m:t>
                    </m:r>
                    <m:r>
                      <a:rPr lang="tr-TR" sz="2300">
                        <a:effectLst/>
                        <a:latin typeface="Cambria Math" panose="02040503050406030204" pitchFamily="18" charset="0"/>
                        <a:ea typeface="Times New Roman" panose="02020603050405020304" pitchFamily="18" charset="0"/>
                      </a:rPr>
                      <m:t> </m:t>
                    </m:r>
                    <m:r>
                      <m:rPr>
                        <m:sty m:val="p"/>
                      </m:rPr>
                      <a:rPr lang="tr-TR" sz="2300">
                        <a:effectLst/>
                        <a:latin typeface="Cambria Math" panose="02040503050406030204" pitchFamily="18" charset="0"/>
                        <a:ea typeface="Times New Roman" panose="02020603050405020304" pitchFamily="18" charset="0"/>
                      </a:rPr>
                      <m:t>dikey</m:t>
                    </m:r>
                    <m:r>
                      <a:rPr lang="tr-TR" sz="2300">
                        <a:effectLst/>
                        <a:latin typeface="Cambria Math" panose="02040503050406030204" pitchFamily="18" charset="0"/>
                        <a:ea typeface="Times New Roman" panose="02020603050405020304" pitchFamily="18" charset="0"/>
                      </a:rPr>
                      <m:t> </m:t>
                    </m:r>
                    <m:r>
                      <m:rPr>
                        <m:sty m:val="p"/>
                      </m:rPr>
                      <a:rPr lang="tr-TR" sz="2300">
                        <a:effectLst/>
                        <a:latin typeface="Cambria Math" panose="02040503050406030204" pitchFamily="18" charset="0"/>
                        <a:ea typeface="Times New Roman" panose="02020603050405020304" pitchFamily="18" charset="0"/>
                      </a:rPr>
                      <m:t>ivmelenmesi</m:t>
                    </m:r>
                    <m:r>
                      <a:rPr lang="tr-TR" sz="2300" b="1" i="1">
                        <a:effectLst/>
                        <a:latin typeface="Cambria Math" panose="02040503050406030204" pitchFamily="18" charset="0"/>
                        <a:ea typeface="Times New Roman" panose="02020603050405020304" pitchFamily="18" charset="0"/>
                      </a:rPr>
                      <m:t>) </m:t>
                    </m:r>
                  </m:oMath>
                </a14:m>
                <a:r>
                  <a:rPr lang="tr-TR" sz="2300" b="1" dirty="0">
                    <a:effectLst/>
                    <a:latin typeface="Times New Roman" panose="02020603050405020304" pitchFamily="18" charset="0"/>
                    <a:ea typeface="Times New Roman" panose="02020603050405020304" pitchFamily="18" charset="0"/>
                  </a:rPr>
                  <a:t>         </a:t>
                </a:r>
                <a:endParaRPr lang="tr-TR" sz="2300" dirty="0">
                  <a:effectLst/>
                  <a:latin typeface="Times New Roman" panose="02020603050405020304" pitchFamily="18" charset="0"/>
                  <a:ea typeface="Times New Roman" panose="02020603050405020304" pitchFamily="18" charset="0"/>
                </a:endParaRPr>
              </a:p>
              <a:p>
                <a:endParaRPr lang="tr-TR" dirty="0"/>
              </a:p>
            </p:txBody>
          </p:sp>
        </mc:Choice>
        <mc:Fallback xmlns="">
          <p:sp>
            <p:nvSpPr>
              <p:cNvPr id="3" name="İçerik Yer Tutucusu 2">
                <a:extLst>
                  <a:ext uri="{FF2B5EF4-FFF2-40B4-BE49-F238E27FC236}">
                    <a16:creationId xmlns:a16="http://schemas.microsoft.com/office/drawing/2014/main" id="{E0FB3F15-9BD8-8B41-0934-93F60B30CAEF}"/>
                  </a:ext>
                </a:extLst>
              </p:cNvPr>
              <p:cNvSpPr>
                <a:spLocks noGrp="1" noRot="1" noChangeAspect="1" noMove="1" noResize="1" noEditPoints="1" noAdjustHandles="1" noChangeArrowheads="1" noChangeShapeType="1" noTextEdit="1"/>
              </p:cNvSpPr>
              <p:nvPr>
                <p:ph idx="1"/>
              </p:nvPr>
            </p:nvSpPr>
            <p:spPr>
              <a:xfrm>
                <a:off x="155293" y="1527099"/>
                <a:ext cx="5388980" cy="4051139"/>
              </a:xfrm>
              <a:blipFill>
                <a:blip r:embed="rId2"/>
                <a:stretch>
                  <a:fillRect l="-452" t="-1205"/>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4" name="Metin kutusu 3">
                <a:extLst>
                  <a:ext uri="{FF2B5EF4-FFF2-40B4-BE49-F238E27FC236}">
                    <a16:creationId xmlns:a16="http://schemas.microsoft.com/office/drawing/2014/main" id="{20011FC1-BA57-B231-BEB6-2DEE59354E92}"/>
                  </a:ext>
                </a:extLst>
              </p:cNvPr>
              <p:cNvSpPr txBox="1"/>
              <p:nvPr/>
            </p:nvSpPr>
            <p:spPr>
              <a:xfrm>
                <a:off x="5740079" y="1527099"/>
                <a:ext cx="6296627" cy="2427331"/>
              </a:xfrm>
              <a:prstGeom prst="rect">
                <a:avLst/>
              </a:prstGeom>
              <a:noFill/>
            </p:spPr>
            <p:txBody>
              <a:bodyPr wrap="square" rtlCol="0">
                <a:spAutoFit/>
              </a:bodyPr>
              <a:lstStyle/>
              <a:p>
                <a:pPr>
                  <a:lnSpc>
                    <a:spcPct val="107000"/>
                  </a:lnSpc>
                  <a:spcAft>
                    <a:spcPts val="800"/>
                  </a:spcAft>
                </a:pPr>
                <a:r>
                  <a:rPr lang="tr-TR" sz="1800" dirty="0">
                    <a:effectLst/>
                    <a:latin typeface="Times New Roman" panose="02020603050405020304" pitchFamily="18" charset="0"/>
                    <a:ea typeface="Times New Roman" panose="02020603050405020304" pitchFamily="18" charset="0"/>
                  </a:rPr>
                  <a:t>Durum denklemi;</a:t>
                </a:r>
              </a:p>
              <a:p>
                <a14:m>
                  <m:oMath xmlns:m="http://schemas.openxmlformats.org/officeDocument/2006/math">
                    <m:d>
                      <m:dPr>
                        <m:begChr m:val="["/>
                        <m:endChr m:val="]"/>
                        <m:ctrlPr>
                          <a:rPr lang="tr-TR" sz="1800" i="1">
                            <a:effectLst/>
                            <a:latin typeface="Cambria Math" panose="02040503050406030204" pitchFamily="18" charset="0"/>
                            <a:ea typeface="Times New Roman" panose="02020603050405020304" pitchFamily="18" charset="0"/>
                          </a:rPr>
                        </m:ctrlPr>
                      </m:dPr>
                      <m:e>
                        <m:eqArr>
                          <m:eqArrPr>
                            <m:ctrlPr>
                              <a:rPr lang="tr-TR" sz="1800" i="1">
                                <a:effectLst/>
                                <a:latin typeface="Cambria Math" panose="02040503050406030204" pitchFamily="18" charset="0"/>
                                <a:ea typeface="Times New Roman" panose="02020603050405020304" pitchFamily="18" charset="0"/>
                              </a:rPr>
                            </m:ctrlPr>
                          </m:eqArrPr>
                          <m:e>
                            <m:sSub>
                              <m:sSubPr>
                                <m:ctrlPr>
                                  <a:rPr lang="tr-TR" sz="1800" i="1">
                                    <a:effectLst/>
                                    <a:latin typeface="Cambria Math" panose="02040503050406030204" pitchFamily="18" charset="0"/>
                                    <a:ea typeface="Times New Roman" panose="02020603050405020304" pitchFamily="18" charset="0"/>
                                  </a:rPr>
                                </m:ctrlPr>
                              </m:sSubPr>
                              <m:e>
                                <m:acc>
                                  <m:accPr>
                                    <m:chr m:val="̇"/>
                                    <m:ctrlPr>
                                      <a:rPr lang="tr-TR" sz="1800" i="1">
                                        <a:effectLst/>
                                        <a:latin typeface="Cambria Math" panose="02040503050406030204" pitchFamily="18" charset="0"/>
                                        <a:ea typeface="Times New Roman" panose="02020603050405020304" pitchFamily="18" charset="0"/>
                                      </a:rPr>
                                    </m:ctrlPr>
                                  </m:accPr>
                                  <m:e>
                                    <m:r>
                                      <a:rPr lang="tr-TR" sz="1800" i="1">
                                        <a:effectLst/>
                                        <a:latin typeface="Cambria Math" panose="02040503050406030204" pitchFamily="18" charset="0"/>
                                        <a:ea typeface="Times New Roman" panose="02020603050405020304" pitchFamily="18" charset="0"/>
                                      </a:rPr>
                                      <m:t>𝑥</m:t>
                                    </m:r>
                                  </m:e>
                                </m:acc>
                              </m:e>
                              <m:sub>
                                <m:r>
                                  <a:rPr lang="tr-TR" sz="1800" i="1">
                                    <a:effectLst/>
                                    <a:latin typeface="Cambria Math" panose="02040503050406030204" pitchFamily="18" charset="0"/>
                                    <a:ea typeface="Times New Roman" panose="02020603050405020304" pitchFamily="18" charset="0"/>
                                  </a:rPr>
                                  <m:t>1</m:t>
                                </m:r>
                              </m:sub>
                            </m:sSub>
                          </m:e>
                          <m:e>
                            <m:sSub>
                              <m:sSubPr>
                                <m:ctrlPr>
                                  <a:rPr lang="tr-TR" sz="1800" i="1">
                                    <a:effectLst/>
                                    <a:latin typeface="Cambria Math" panose="02040503050406030204" pitchFamily="18" charset="0"/>
                                    <a:ea typeface="Times New Roman" panose="02020603050405020304" pitchFamily="18" charset="0"/>
                                  </a:rPr>
                                </m:ctrlPr>
                              </m:sSubPr>
                              <m:e>
                                <m:acc>
                                  <m:accPr>
                                    <m:chr m:val="̇"/>
                                    <m:ctrlPr>
                                      <a:rPr lang="tr-TR" sz="1800" i="1">
                                        <a:effectLst/>
                                        <a:latin typeface="Cambria Math" panose="02040503050406030204" pitchFamily="18" charset="0"/>
                                        <a:ea typeface="Times New Roman" panose="02020603050405020304" pitchFamily="18" charset="0"/>
                                      </a:rPr>
                                    </m:ctrlPr>
                                  </m:accPr>
                                  <m:e>
                                    <m:r>
                                      <a:rPr lang="tr-TR" sz="1800" i="1">
                                        <a:effectLst/>
                                        <a:latin typeface="Cambria Math" panose="02040503050406030204" pitchFamily="18" charset="0"/>
                                        <a:ea typeface="Times New Roman" panose="02020603050405020304" pitchFamily="18" charset="0"/>
                                      </a:rPr>
                                      <m:t>𝑥</m:t>
                                    </m:r>
                                  </m:e>
                                </m:acc>
                              </m:e>
                              <m:sub>
                                <m:r>
                                  <a:rPr lang="tr-TR" sz="1800" i="1">
                                    <a:effectLst/>
                                    <a:latin typeface="Cambria Math" panose="02040503050406030204" pitchFamily="18" charset="0"/>
                                    <a:ea typeface="Times New Roman" panose="02020603050405020304" pitchFamily="18" charset="0"/>
                                  </a:rPr>
                                  <m:t>2</m:t>
                                </m:r>
                              </m:sub>
                            </m:sSub>
                          </m:e>
                          <m:e>
                            <m:sSub>
                              <m:sSubPr>
                                <m:ctrlPr>
                                  <a:rPr lang="tr-TR" sz="1800" i="1">
                                    <a:effectLst/>
                                    <a:latin typeface="Cambria Math" panose="02040503050406030204" pitchFamily="18" charset="0"/>
                                    <a:ea typeface="Times New Roman" panose="02020603050405020304" pitchFamily="18" charset="0"/>
                                  </a:rPr>
                                </m:ctrlPr>
                              </m:sSubPr>
                              <m:e>
                                <m:acc>
                                  <m:accPr>
                                    <m:chr m:val="̇"/>
                                    <m:ctrlPr>
                                      <a:rPr lang="tr-TR" sz="1800" i="1">
                                        <a:effectLst/>
                                        <a:latin typeface="Cambria Math" panose="02040503050406030204" pitchFamily="18" charset="0"/>
                                        <a:ea typeface="Times New Roman" panose="02020603050405020304" pitchFamily="18" charset="0"/>
                                      </a:rPr>
                                    </m:ctrlPr>
                                  </m:accPr>
                                  <m:e>
                                    <m:r>
                                      <a:rPr lang="tr-TR" sz="1800" i="1">
                                        <a:effectLst/>
                                        <a:latin typeface="Cambria Math" panose="02040503050406030204" pitchFamily="18" charset="0"/>
                                        <a:ea typeface="Times New Roman" panose="02020603050405020304" pitchFamily="18" charset="0"/>
                                      </a:rPr>
                                      <m:t>𝑥</m:t>
                                    </m:r>
                                  </m:e>
                                </m:acc>
                              </m:e>
                              <m:sub>
                                <m:r>
                                  <a:rPr lang="tr-TR" sz="1800" i="1">
                                    <a:effectLst/>
                                    <a:latin typeface="Cambria Math" panose="02040503050406030204" pitchFamily="18" charset="0"/>
                                    <a:ea typeface="Times New Roman" panose="02020603050405020304" pitchFamily="18" charset="0"/>
                                  </a:rPr>
                                  <m:t>3</m:t>
                                </m:r>
                              </m:sub>
                            </m:sSub>
                          </m:e>
                          <m:e>
                            <m:sSub>
                              <m:sSubPr>
                                <m:ctrlPr>
                                  <a:rPr lang="tr-TR" sz="1800" i="1">
                                    <a:effectLst/>
                                    <a:latin typeface="Cambria Math" panose="02040503050406030204" pitchFamily="18" charset="0"/>
                                    <a:ea typeface="Times New Roman" panose="02020603050405020304" pitchFamily="18" charset="0"/>
                                  </a:rPr>
                                </m:ctrlPr>
                              </m:sSubPr>
                              <m:e>
                                <m:acc>
                                  <m:accPr>
                                    <m:chr m:val="̇"/>
                                    <m:ctrlPr>
                                      <a:rPr lang="tr-TR" sz="1800" i="1">
                                        <a:effectLst/>
                                        <a:latin typeface="Cambria Math" panose="02040503050406030204" pitchFamily="18" charset="0"/>
                                        <a:ea typeface="Times New Roman" panose="02020603050405020304" pitchFamily="18" charset="0"/>
                                      </a:rPr>
                                    </m:ctrlPr>
                                  </m:accPr>
                                  <m:e>
                                    <m:r>
                                      <a:rPr lang="tr-TR" sz="1800" i="1">
                                        <a:effectLst/>
                                        <a:latin typeface="Cambria Math" panose="02040503050406030204" pitchFamily="18" charset="0"/>
                                        <a:ea typeface="Times New Roman" panose="02020603050405020304" pitchFamily="18" charset="0"/>
                                      </a:rPr>
                                      <m:t>𝑥</m:t>
                                    </m:r>
                                  </m:e>
                                </m:acc>
                              </m:e>
                              <m:sub>
                                <m:r>
                                  <a:rPr lang="tr-TR" sz="1800" i="1">
                                    <a:effectLst/>
                                    <a:latin typeface="Cambria Math" panose="02040503050406030204" pitchFamily="18" charset="0"/>
                                    <a:ea typeface="Times New Roman" panose="02020603050405020304" pitchFamily="18" charset="0"/>
                                  </a:rPr>
                                  <m:t>4</m:t>
                                </m:r>
                              </m:sub>
                            </m:sSub>
                          </m:e>
                        </m:eqArr>
                      </m:e>
                    </m:d>
                  </m:oMath>
                </a14:m>
                <a:r>
                  <a:rPr lang="tr-TR" sz="1800" dirty="0">
                    <a:effectLst/>
                    <a:latin typeface="Times New Roman" panose="02020603050405020304" pitchFamily="18" charset="0"/>
                    <a:ea typeface="Times New Roman" panose="02020603050405020304" pitchFamily="18" charset="0"/>
                  </a:rPr>
                  <a:t> =  </a:t>
                </a:r>
                <a14:m>
                  <m:oMath xmlns:m="http://schemas.openxmlformats.org/officeDocument/2006/math">
                    <m:d>
                      <m:dPr>
                        <m:begChr m:val="["/>
                        <m:endChr m:val="]"/>
                        <m:ctrlPr>
                          <a:rPr lang="tr-TR" sz="1800" i="1">
                            <a:effectLst/>
                            <a:latin typeface="Cambria Math" panose="02040503050406030204" pitchFamily="18" charset="0"/>
                            <a:ea typeface="Times New Roman" panose="02020603050405020304" pitchFamily="18" charset="0"/>
                          </a:rPr>
                        </m:ctrlPr>
                      </m:dPr>
                      <m:e>
                        <m:m>
                          <m:mPr>
                            <m:mcs>
                              <m:mc>
                                <m:mcPr>
                                  <m:count m:val="4"/>
                                  <m:mcJc m:val="center"/>
                                </m:mcPr>
                              </m:mc>
                            </m:mcs>
                            <m:ctrlPr>
                              <a:rPr lang="tr-TR" sz="1800" i="1">
                                <a:effectLst/>
                                <a:latin typeface="Cambria Math" panose="02040503050406030204" pitchFamily="18" charset="0"/>
                                <a:ea typeface="Times New Roman" panose="02020603050405020304" pitchFamily="18" charset="0"/>
                              </a:rPr>
                            </m:ctrlPr>
                          </m:mPr>
                          <m:mr>
                            <m:e>
                              <m:r>
                                <a:rPr lang="tr-TR" sz="1800" i="1">
                                  <a:effectLst/>
                                  <a:latin typeface="Cambria Math" panose="02040503050406030204" pitchFamily="18" charset="0"/>
                                  <a:ea typeface="Times New Roman" panose="02020603050405020304" pitchFamily="18" charset="0"/>
                                </a:rPr>
                                <m:t>0</m:t>
                              </m:r>
                            </m:e>
                            <m:e>
                              <m:r>
                                <a:rPr lang="tr-TR" sz="1800" i="1">
                                  <a:effectLst/>
                                  <a:latin typeface="Cambria Math" panose="02040503050406030204" pitchFamily="18" charset="0"/>
                                  <a:ea typeface="Cambria Math" panose="02040503050406030204" pitchFamily="18" charset="0"/>
                                  <a:cs typeface="Cambria Math" panose="02040503050406030204" pitchFamily="18" charset="0"/>
                                </a:rPr>
                                <m:t>1</m:t>
                              </m:r>
                            </m:e>
                            <m:e>
                              <m:r>
                                <a:rPr lang="tr-TR" sz="1800" i="1">
                                  <a:effectLst/>
                                  <a:latin typeface="Cambria Math" panose="02040503050406030204" pitchFamily="18" charset="0"/>
                                  <a:ea typeface="Cambria Math" panose="02040503050406030204" pitchFamily="18" charset="0"/>
                                  <a:cs typeface="Cambria Math" panose="02040503050406030204" pitchFamily="18" charset="0"/>
                                </a:rPr>
                                <m:t>0</m:t>
                              </m:r>
                            </m:e>
                            <m:e>
                              <m:r>
                                <a:rPr lang="tr-TR" sz="1800" i="1">
                                  <a:effectLst/>
                                  <a:latin typeface="Cambria Math" panose="02040503050406030204" pitchFamily="18" charset="0"/>
                                  <a:ea typeface="Cambria Math" panose="02040503050406030204" pitchFamily="18" charset="0"/>
                                  <a:cs typeface="Cambria Math" panose="02040503050406030204" pitchFamily="18" charset="0"/>
                                </a:rPr>
                                <m:t>−1</m:t>
                              </m:r>
                            </m:e>
                          </m:mr>
                          <m:mr>
                            <m:e>
                              <m:r>
                                <a:rPr lang="tr-TR" sz="1800" i="1">
                                  <a:effectLst/>
                                  <a:latin typeface="Cambria Math" panose="02040503050406030204" pitchFamily="18" charset="0"/>
                                  <a:ea typeface="Cambria Math" panose="02040503050406030204" pitchFamily="18" charset="0"/>
                                  <a:cs typeface="Cambria Math" panose="02040503050406030204" pitchFamily="18" charset="0"/>
                                </a:rPr>
                                <m:t>−</m:t>
                              </m:r>
                              <m:f>
                                <m:fPr>
                                  <m:ctrlPr>
                                    <a:rPr lang="tr-TR" sz="1800" i="1">
                                      <a:effectLst/>
                                      <a:latin typeface="Cambria Math" panose="02040503050406030204" pitchFamily="18" charset="0"/>
                                      <a:ea typeface="Times New Roman" panose="02020603050405020304" pitchFamily="18" charset="0"/>
                                    </a:rPr>
                                  </m:ctrlPr>
                                </m:fPr>
                                <m:num>
                                  <m:sSub>
                                    <m:sSubPr>
                                      <m:ctrlPr>
                                        <a:rPr lang="tr-TR" sz="1800" i="1">
                                          <a:effectLst/>
                                          <a:latin typeface="Cambria Math" panose="02040503050406030204" pitchFamily="18" charset="0"/>
                                          <a:ea typeface="Times New Roman" panose="02020603050405020304" pitchFamily="18" charset="0"/>
                                        </a:rPr>
                                      </m:ctrlPr>
                                    </m:sSubPr>
                                    <m:e>
                                      <m:r>
                                        <a:rPr lang="tr-TR" sz="1800" i="1">
                                          <a:effectLst/>
                                          <a:latin typeface="Cambria Math" panose="02040503050406030204" pitchFamily="18" charset="0"/>
                                          <a:ea typeface="Times New Roman" panose="02020603050405020304" pitchFamily="18" charset="0"/>
                                        </a:rPr>
                                        <m:t>𝑘</m:t>
                                      </m:r>
                                    </m:e>
                                    <m:sub>
                                      <m:r>
                                        <a:rPr lang="tr-TR" sz="1800" i="1">
                                          <a:effectLst/>
                                          <a:latin typeface="Cambria Math" panose="02040503050406030204" pitchFamily="18" charset="0"/>
                                          <a:ea typeface="Times New Roman" panose="02020603050405020304" pitchFamily="18" charset="0"/>
                                        </a:rPr>
                                        <m:t>𝑠</m:t>
                                      </m:r>
                                    </m:sub>
                                  </m:sSub>
                                </m:num>
                                <m:den>
                                  <m:sSub>
                                    <m:sSubPr>
                                      <m:ctrlPr>
                                        <a:rPr lang="tr-TR" sz="1800" i="1">
                                          <a:effectLst/>
                                          <a:latin typeface="Cambria Math" panose="02040503050406030204" pitchFamily="18" charset="0"/>
                                          <a:ea typeface="Times New Roman" panose="02020603050405020304" pitchFamily="18" charset="0"/>
                                        </a:rPr>
                                      </m:ctrlPr>
                                    </m:sSubPr>
                                    <m:e>
                                      <m:r>
                                        <a:rPr lang="tr-TR" sz="1800" i="1">
                                          <a:effectLst/>
                                          <a:latin typeface="Cambria Math" panose="02040503050406030204" pitchFamily="18" charset="0"/>
                                          <a:ea typeface="Times New Roman" panose="02020603050405020304" pitchFamily="18" charset="0"/>
                                        </a:rPr>
                                        <m:t>𝑚</m:t>
                                      </m:r>
                                    </m:e>
                                    <m:sub>
                                      <m:r>
                                        <a:rPr lang="tr-TR" sz="1800" i="1">
                                          <a:effectLst/>
                                          <a:latin typeface="Cambria Math" panose="02040503050406030204" pitchFamily="18" charset="0"/>
                                          <a:ea typeface="Times New Roman" panose="02020603050405020304" pitchFamily="18" charset="0"/>
                                        </a:rPr>
                                        <m:t>𝑠</m:t>
                                      </m:r>
                                    </m:sub>
                                  </m:sSub>
                                </m:den>
                              </m:f>
                            </m:e>
                            <m:e>
                              <m:r>
                                <a:rPr lang="tr-TR" sz="1800" i="1">
                                  <a:effectLst/>
                                  <a:latin typeface="Cambria Math" panose="02040503050406030204" pitchFamily="18" charset="0"/>
                                  <a:ea typeface="Cambria Math" panose="02040503050406030204" pitchFamily="18" charset="0"/>
                                  <a:cs typeface="Cambria Math" panose="02040503050406030204" pitchFamily="18" charset="0"/>
                                </a:rPr>
                                <m:t>−</m:t>
                              </m:r>
                              <m:f>
                                <m:fPr>
                                  <m:ctrlPr>
                                    <a:rPr lang="tr-TR" sz="1800" i="1">
                                      <a:effectLst/>
                                      <a:latin typeface="Cambria Math" panose="02040503050406030204" pitchFamily="18" charset="0"/>
                                      <a:ea typeface="Times New Roman" panose="02020603050405020304" pitchFamily="18" charset="0"/>
                                    </a:rPr>
                                  </m:ctrlPr>
                                </m:fPr>
                                <m:num>
                                  <m:sSub>
                                    <m:sSubPr>
                                      <m:ctrlPr>
                                        <a:rPr lang="tr-TR" sz="1800" i="1">
                                          <a:effectLst/>
                                          <a:latin typeface="Cambria Math" panose="02040503050406030204" pitchFamily="18" charset="0"/>
                                          <a:ea typeface="Times New Roman" panose="02020603050405020304" pitchFamily="18" charset="0"/>
                                        </a:rPr>
                                      </m:ctrlPr>
                                    </m:sSubPr>
                                    <m:e>
                                      <m:r>
                                        <a:rPr lang="tr-TR" sz="1800" i="1">
                                          <a:effectLst/>
                                          <a:latin typeface="Cambria Math" panose="02040503050406030204" pitchFamily="18" charset="0"/>
                                          <a:ea typeface="Times New Roman" panose="02020603050405020304" pitchFamily="18" charset="0"/>
                                        </a:rPr>
                                        <m:t>𝑏</m:t>
                                      </m:r>
                                    </m:e>
                                    <m:sub>
                                      <m:r>
                                        <a:rPr lang="tr-TR" sz="1800" i="1">
                                          <a:effectLst/>
                                          <a:latin typeface="Cambria Math" panose="02040503050406030204" pitchFamily="18" charset="0"/>
                                          <a:ea typeface="Times New Roman" panose="02020603050405020304" pitchFamily="18" charset="0"/>
                                        </a:rPr>
                                        <m:t>𝑠</m:t>
                                      </m:r>
                                    </m:sub>
                                  </m:sSub>
                                </m:num>
                                <m:den>
                                  <m:sSub>
                                    <m:sSubPr>
                                      <m:ctrlPr>
                                        <a:rPr lang="tr-TR" sz="1800" i="1">
                                          <a:effectLst/>
                                          <a:latin typeface="Cambria Math" panose="02040503050406030204" pitchFamily="18" charset="0"/>
                                          <a:ea typeface="Times New Roman" panose="02020603050405020304" pitchFamily="18" charset="0"/>
                                        </a:rPr>
                                      </m:ctrlPr>
                                    </m:sSubPr>
                                    <m:e>
                                      <m:r>
                                        <a:rPr lang="tr-TR" sz="1800" i="1">
                                          <a:effectLst/>
                                          <a:latin typeface="Cambria Math" panose="02040503050406030204" pitchFamily="18" charset="0"/>
                                          <a:ea typeface="Times New Roman" panose="02020603050405020304" pitchFamily="18" charset="0"/>
                                        </a:rPr>
                                        <m:t>𝑚</m:t>
                                      </m:r>
                                    </m:e>
                                    <m:sub>
                                      <m:r>
                                        <a:rPr lang="tr-TR" sz="1800" i="1">
                                          <a:effectLst/>
                                          <a:latin typeface="Cambria Math" panose="02040503050406030204" pitchFamily="18" charset="0"/>
                                          <a:ea typeface="Times New Roman" panose="02020603050405020304" pitchFamily="18" charset="0"/>
                                        </a:rPr>
                                        <m:t>𝑠</m:t>
                                      </m:r>
                                    </m:sub>
                                  </m:sSub>
                                </m:den>
                              </m:f>
                            </m:e>
                            <m:e>
                              <m:r>
                                <a:rPr lang="tr-TR" sz="1800" i="1">
                                  <a:effectLst/>
                                  <a:latin typeface="Cambria Math" panose="02040503050406030204" pitchFamily="18" charset="0"/>
                                  <a:ea typeface="Times New Roman" panose="02020603050405020304" pitchFamily="18" charset="0"/>
                                </a:rPr>
                                <m:t>0</m:t>
                              </m:r>
                            </m:e>
                            <m:e>
                              <m:f>
                                <m:fPr>
                                  <m:ctrlPr>
                                    <a:rPr lang="tr-TR" sz="1800" i="1">
                                      <a:effectLst/>
                                      <a:latin typeface="Cambria Math" panose="02040503050406030204" pitchFamily="18" charset="0"/>
                                      <a:ea typeface="Times New Roman" panose="02020603050405020304" pitchFamily="18" charset="0"/>
                                    </a:rPr>
                                  </m:ctrlPr>
                                </m:fPr>
                                <m:num>
                                  <m:sSub>
                                    <m:sSubPr>
                                      <m:ctrlPr>
                                        <a:rPr lang="tr-TR" sz="1800" i="1">
                                          <a:effectLst/>
                                          <a:latin typeface="Cambria Math" panose="02040503050406030204" pitchFamily="18" charset="0"/>
                                          <a:ea typeface="Times New Roman" panose="02020603050405020304" pitchFamily="18" charset="0"/>
                                        </a:rPr>
                                      </m:ctrlPr>
                                    </m:sSubPr>
                                    <m:e>
                                      <m:r>
                                        <a:rPr lang="tr-TR" sz="1800" i="1">
                                          <a:effectLst/>
                                          <a:latin typeface="Cambria Math" panose="02040503050406030204" pitchFamily="18" charset="0"/>
                                          <a:ea typeface="Times New Roman" panose="02020603050405020304" pitchFamily="18" charset="0"/>
                                        </a:rPr>
                                        <m:t>𝑏</m:t>
                                      </m:r>
                                    </m:e>
                                    <m:sub>
                                      <m:r>
                                        <a:rPr lang="tr-TR" sz="1800" i="1">
                                          <a:effectLst/>
                                          <a:latin typeface="Cambria Math" panose="02040503050406030204" pitchFamily="18" charset="0"/>
                                          <a:ea typeface="Times New Roman" panose="02020603050405020304" pitchFamily="18" charset="0"/>
                                        </a:rPr>
                                        <m:t>𝑠</m:t>
                                      </m:r>
                                    </m:sub>
                                  </m:sSub>
                                </m:num>
                                <m:den>
                                  <m:sSub>
                                    <m:sSubPr>
                                      <m:ctrlPr>
                                        <a:rPr lang="tr-TR" sz="1800" i="1">
                                          <a:effectLst/>
                                          <a:latin typeface="Cambria Math" panose="02040503050406030204" pitchFamily="18" charset="0"/>
                                          <a:ea typeface="Times New Roman" panose="02020603050405020304" pitchFamily="18" charset="0"/>
                                        </a:rPr>
                                      </m:ctrlPr>
                                    </m:sSubPr>
                                    <m:e>
                                      <m:r>
                                        <a:rPr lang="tr-TR" sz="1800" i="1">
                                          <a:effectLst/>
                                          <a:latin typeface="Cambria Math" panose="02040503050406030204" pitchFamily="18" charset="0"/>
                                          <a:ea typeface="Times New Roman" panose="02020603050405020304" pitchFamily="18" charset="0"/>
                                        </a:rPr>
                                        <m:t>𝑚</m:t>
                                      </m:r>
                                    </m:e>
                                    <m:sub>
                                      <m:r>
                                        <a:rPr lang="tr-TR" sz="1800" i="1">
                                          <a:effectLst/>
                                          <a:latin typeface="Cambria Math" panose="02040503050406030204" pitchFamily="18" charset="0"/>
                                          <a:ea typeface="Times New Roman" panose="02020603050405020304" pitchFamily="18" charset="0"/>
                                        </a:rPr>
                                        <m:t>𝑠</m:t>
                                      </m:r>
                                    </m:sub>
                                  </m:sSub>
                                </m:den>
                              </m:f>
                            </m:e>
                          </m:mr>
                          <m:mr>
                            <m:e>
                              <m:r>
                                <a:rPr lang="tr-TR" sz="1800" i="1">
                                  <a:effectLst/>
                                  <a:latin typeface="Cambria Math" panose="02040503050406030204" pitchFamily="18" charset="0"/>
                                  <a:ea typeface="Times New Roman" panose="02020603050405020304" pitchFamily="18" charset="0"/>
                                </a:rPr>
                                <m:t>0</m:t>
                              </m:r>
                            </m:e>
                            <m:e>
                              <m:r>
                                <a:rPr lang="tr-TR" sz="1800" i="1">
                                  <a:effectLst/>
                                  <a:latin typeface="Cambria Math" panose="02040503050406030204" pitchFamily="18" charset="0"/>
                                  <a:ea typeface="Cambria Math" panose="02040503050406030204" pitchFamily="18" charset="0"/>
                                  <a:cs typeface="Cambria Math" panose="02040503050406030204" pitchFamily="18" charset="0"/>
                                </a:rPr>
                                <m:t>0</m:t>
                              </m:r>
                            </m:e>
                            <m:e>
                              <m:r>
                                <a:rPr lang="tr-TR" sz="1800" i="1">
                                  <a:effectLst/>
                                  <a:latin typeface="Cambria Math" panose="02040503050406030204" pitchFamily="18" charset="0"/>
                                  <a:ea typeface="Cambria Math" panose="02040503050406030204" pitchFamily="18" charset="0"/>
                                  <a:cs typeface="Cambria Math" panose="02040503050406030204" pitchFamily="18" charset="0"/>
                                </a:rPr>
                                <m:t>0</m:t>
                              </m:r>
                            </m:e>
                            <m:e>
                              <m:r>
                                <a:rPr lang="tr-TR" sz="1800" i="1">
                                  <a:effectLst/>
                                  <a:latin typeface="Cambria Math" panose="02040503050406030204" pitchFamily="18" charset="0"/>
                                  <a:ea typeface="Times New Roman" panose="02020603050405020304" pitchFamily="18" charset="0"/>
                                </a:rPr>
                                <m:t>1</m:t>
                              </m:r>
                            </m:e>
                          </m:mr>
                          <m:mr>
                            <m:e>
                              <m:f>
                                <m:fPr>
                                  <m:ctrlPr>
                                    <a:rPr lang="tr-TR" sz="1800" i="1">
                                      <a:effectLst/>
                                      <a:latin typeface="Cambria Math" panose="02040503050406030204" pitchFamily="18" charset="0"/>
                                      <a:ea typeface="Times New Roman" panose="02020603050405020304" pitchFamily="18" charset="0"/>
                                    </a:rPr>
                                  </m:ctrlPr>
                                </m:fPr>
                                <m:num>
                                  <m:sSub>
                                    <m:sSubPr>
                                      <m:ctrlPr>
                                        <a:rPr lang="tr-TR" sz="1800" i="1">
                                          <a:effectLst/>
                                          <a:latin typeface="Cambria Math" panose="02040503050406030204" pitchFamily="18" charset="0"/>
                                          <a:ea typeface="Times New Roman" panose="02020603050405020304" pitchFamily="18" charset="0"/>
                                        </a:rPr>
                                      </m:ctrlPr>
                                    </m:sSubPr>
                                    <m:e>
                                      <m:r>
                                        <a:rPr lang="tr-TR" sz="1800" i="1">
                                          <a:effectLst/>
                                          <a:latin typeface="Cambria Math" panose="02040503050406030204" pitchFamily="18" charset="0"/>
                                          <a:ea typeface="Times New Roman" panose="02020603050405020304" pitchFamily="18" charset="0"/>
                                        </a:rPr>
                                        <m:t>𝑘</m:t>
                                      </m:r>
                                    </m:e>
                                    <m:sub>
                                      <m:r>
                                        <a:rPr lang="tr-TR" sz="1800" i="1">
                                          <a:effectLst/>
                                          <a:latin typeface="Cambria Math" panose="02040503050406030204" pitchFamily="18" charset="0"/>
                                          <a:ea typeface="Times New Roman" panose="02020603050405020304" pitchFamily="18" charset="0"/>
                                        </a:rPr>
                                        <m:t>𝑠</m:t>
                                      </m:r>
                                    </m:sub>
                                  </m:sSub>
                                </m:num>
                                <m:den>
                                  <m:sSub>
                                    <m:sSubPr>
                                      <m:ctrlPr>
                                        <a:rPr lang="tr-TR" sz="1800" i="1">
                                          <a:effectLst/>
                                          <a:latin typeface="Cambria Math" panose="02040503050406030204" pitchFamily="18" charset="0"/>
                                          <a:ea typeface="Times New Roman" panose="02020603050405020304" pitchFamily="18" charset="0"/>
                                        </a:rPr>
                                      </m:ctrlPr>
                                    </m:sSubPr>
                                    <m:e>
                                      <m:r>
                                        <a:rPr lang="tr-TR" sz="1800" i="1">
                                          <a:effectLst/>
                                          <a:latin typeface="Cambria Math" panose="02040503050406030204" pitchFamily="18" charset="0"/>
                                          <a:ea typeface="Times New Roman" panose="02020603050405020304" pitchFamily="18" charset="0"/>
                                        </a:rPr>
                                        <m:t>𝑚</m:t>
                                      </m:r>
                                    </m:e>
                                    <m:sub>
                                      <m:r>
                                        <a:rPr lang="tr-TR" sz="1800" i="1">
                                          <a:effectLst/>
                                          <a:latin typeface="Cambria Math" panose="02040503050406030204" pitchFamily="18" charset="0"/>
                                          <a:ea typeface="Times New Roman" panose="02020603050405020304" pitchFamily="18" charset="0"/>
                                        </a:rPr>
                                        <m:t>𝑢</m:t>
                                      </m:r>
                                    </m:sub>
                                  </m:sSub>
                                </m:den>
                              </m:f>
                            </m:e>
                            <m:e>
                              <m:f>
                                <m:fPr>
                                  <m:ctrlPr>
                                    <a:rPr lang="tr-TR" sz="1800" i="1">
                                      <a:effectLst/>
                                      <a:latin typeface="Cambria Math" panose="02040503050406030204" pitchFamily="18" charset="0"/>
                                      <a:ea typeface="Times New Roman" panose="02020603050405020304" pitchFamily="18" charset="0"/>
                                    </a:rPr>
                                  </m:ctrlPr>
                                </m:fPr>
                                <m:num>
                                  <m:sSub>
                                    <m:sSubPr>
                                      <m:ctrlPr>
                                        <a:rPr lang="tr-TR" sz="1800" i="1">
                                          <a:effectLst/>
                                          <a:latin typeface="Cambria Math" panose="02040503050406030204" pitchFamily="18" charset="0"/>
                                          <a:ea typeface="Times New Roman" panose="02020603050405020304" pitchFamily="18" charset="0"/>
                                        </a:rPr>
                                      </m:ctrlPr>
                                    </m:sSubPr>
                                    <m:e>
                                      <m:r>
                                        <a:rPr lang="tr-TR" sz="1800" i="1">
                                          <a:effectLst/>
                                          <a:latin typeface="Cambria Math" panose="02040503050406030204" pitchFamily="18" charset="0"/>
                                          <a:ea typeface="Times New Roman" panose="02020603050405020304" pitchFamily="18" charset="0"/>
                                        </a:rPr>
                                        <m:t>𝑏</m:t>
                                      </m:r>
                                    </m:e>
                                    <m:sub>
                                      <m:r>
                                        <a:rPr lang="tr-TR" sz="1800" i="1">
                                          <a:effectLst/>
                                          <a:latin typeface="Cambria Math" panose="02040503050406030204" pitchFamily="18" charset="0"/>
                                          <a:ea typeface="Times New Roman" panose="02020603050405020304" pitchFamily="18" charset="0"/>
                                        </a:rPr>
                                        <m:t>𝑠</m:t>
                                      </m:r>
                                    </m:sub>
                                  </m:sSub>
                                </m:num>
                                <m:den>
                                  <m:sSub>
                                    <m:sSubPr>
                                      <m:ctrlPr>
                                        <a:rPr lang="tr-TR" sz="1800" i="1">
                                          <a:effectLst/>
                                          <a:latin typeface="Cambria Math" panose="02040503050406030204" pitchFamily="18" charset="0"/>
                                          <a:ea typeface="Times New Roman" panose="02020603050405020304" pitchFamily="18" charset="0"/>
                                        </a:rPr>
                                      </m:ctrlPr>
                                    </m:sSubPr>
                                    <m:e>
                                      <m:r>
                                        <a:rPr lang="tr-TR" sz="1800" i="1">
                                          <a:effectLst/>
                                          <a:latin typeface="Cambria Math" panose="02040503050406030204" pitchFamily="18" charset="0"/>
                                          <a:ea typeface="Times New Roman" panose="02020603050405020304" pitchFamily="18" charset="0"/>
                                        </a:rPr>
                                        <m:t>𝑚</m:t>
                                      </m:r>
                                    </m:e>
                                    <m:sub>
                                      <m:r>
                                        <a:rPr lang="tr-TR" sz="1800" i="1">
                                          <a:effectLst/>
                                          <a:latin typeface="Cambria Math" panose="02040503050406030204" pitchFamily="18" charset="0"/>
                                          <a:ea typeface="Times New Roman" panose="02020603050405020304" pitchFamily="18" charset="0"/>
                                        </a:rPr>
                                        <m:t>𝑢</m:t>
                                      </m:r>
                                    </m:sub>
                                  </m:sSub>
                                </m:den>
                              </m:f>
                            </m:e>
                            <m:e>
                              <m:r>
                                <a:rPr lang="tr-TR" sz="1800" i="1">
                                  <a:effectLst/>
                                  <a:latin typeface="Cambria Math" panose="02040503050406030204" pitchFamily="18" charset="0"/>
                                  <a:ea typeface="Cambria Math" panose="02040503050406030204" pitchFamily="18" charset="0"/>
                                  <a:cs typeface="Cambria Math" panose="02040503050406030204" pitchFamily="18" charset="0"/>
                                </a:rPr>
                                <m:t>−</m:t>
                              </m:r>
                              <m:f>
                                <m:fPr>
                                  <m:ctrlPr>
                                    <a:rPr lang="tr-TR" sz="1800" i="1">
                                      <a:effectLst/>
                                      <a:latin typeface="Cambria Math" panose="02040503050406030204" pitchFamily="18" charset="0"/>
                                      <a:ea typeface="Times New Roman" panose="02020603050405020304" pitchFamily="18" charset="0"/>
                                    </a:rPr>
                                  </m:ctrlPr>
                                </m:fPr>
                                <m:num>
                                  <m:sSub>
                                    <m:sSubPr>
                                      <m:ctrlPr>
                                        <a:rPr lang="tr-TR" sz="1800" i="1">
                                          <a:effectLst/>
                                          <a:latin typeface="Cambria Math" panose="02040503050406030204" pitchFamily="18" charset="0"/>
                                          <a:ea typeface="Times New Roman" panose="02020603050405020304" pitchFamily="18" charset="0"/>
                                        </a:rPr>
                                      </m:ctrlPr>
                                    </m:sSubPr>
                                    <m:e>
                                      <m:r>
                                        <a:rPr lang="tr-TR" sz="1800" i="1">
                                          <a:effectLst/>
                                          <a:latin typeface="Cambria Math" panose="02040503050406030204" pitchFamily="18" charset="0"/>
                                          <a:ea typeface="Times New Roman" panose="02020603050405020304" pitchFamily="18" charset="0"/>
                                        </a:rPr>
                                        <m:t>𝑘</m:t>
                                      </m:r>
                                    </m:e>
                                    <m:sub>
                                      <m:r>
                                        <a:rPr lang="tr-TR" sz="1800" i="1">
                                          <a:effectLst/>
                                          <a:latin typeface="Cambria Math" panose="02040503050406030204" pitchFamily="18" charset="0"/>
                                          <a:ea typeface="Times New Roman" panose="02020603050405020304" pitchFamily="18" charset="0"/>
                                        </a:rPr>
                                        <m:t>𝑡</m:t>
                                      </m:r>
                                    </m:sub>
                                  </m:sSub>
                                </m:num>
                                <m:den>
                                  <m:sSub>
                                    <m:sSubPr>
                                      <m:ctrlPr>
                                        <a:rPr lang="tr-TR" sz="1800" i="1">
                                          <a:effectLst/>
                                          <a:latin typeface="Cambria Math" panose="02040503050406030204" pitchFamily="18" charset="0"/>
                                          <a:ea typeface="Times New Roman" panose="02020603050405020304" pitchFamily="18" charset="0"/>
                                        </a:rPr>
                                      </m:ctrlPr>
                                    </m:sSubPr>
                                    <m:e>
                                      <m:r>
                                        <a:rPr lang="tr-TR" sz="1800" i="1">
                                          <a:effectLst/>
                                          <a:latin typeface="Cambria Math" panose="02040503050406030204" pitchFamily="18" charset="0"/>
                                          <a:ea typeface="Times New Roman" panose="02020603050405020304" pitchFamily="18" charset="0"/>
                                        </a:rPr>
                                        <m:t>𝑚</m:t>
                                      </m:r>
                                    </m:e>
                                    <m:sub>
                                      <m:r>
                                        <a:rPr lang="tr-TR" sz="1800" i="1">
                                          <a:effectLst/>
                                          <a:latin typeface="Cambria Math" panose="02040503050406030204" pitchFamily="18" charset="0"/>
                                          <a:ea typeface="Times New Roman" panose="02020603050405020304" pitchFamily="18" charset="0"/>
                                        </a:rPr>
                                        <m:t>𝑢</m:t>
                                      </m:r>
                                    </m:sub>
                                  </m:sSub>
                                </m:den>
                              </m:f>
                            </m:e>
                            <m:e>
                              <m:f>
                                <m:fPr>
                                  <m:ctrlPr>
                                    <a:rPr lang="tr-TR" sz="1800" i="1">
                                      <a:effectLst/>
                                      <a:latin typeface="Cambria Math" panose="02040503050406030204" pitchFamily="18" charset="0"/>
                                      <a:ea typeface="Cambria Math" panose="02040503050406030204" pitchFamily="18" charset="0"/>
                                      <a:cs typeface="Cambria Math" panose="02040503050406030204" pitchFamily="18" charset="0"/>
                                    </a:rPr>
                                  </m:ctrlPr>
                                </m:fPr>
                                <m:num>
                                  <m:r>
                                    <a:rPr lang="tr-TR" sz="1800" i="1">
                                      <a:effectLst/>
                                      <a:latin typeface="Cambria Math" panose="02040503050406030204" pitchFamily="18" charset="0"/>
                                      <a:ea typeface="Cambria Math" panose="02040503050406030204" pitchFamily="18" charset="0"/>
                                      <a:cs typeface="Cambria Math" panose="02040503050406030204" pitchFamily="18" charset="0"/>
                                    </a:rPr>
                                    <m:t>−</m:t>
                                  </m:r>
                                  <m:d>
                                    <m:dPr>
                                      <m:ctrlPr>
                                        <a:rPr lang="tr-TR" sz="1800" i="1">
                                          <a:effectLst/>
                                          <a:latin typeface="Cambria Math" panose="02040503050406030204" pitchFamily="18" charset="0"/>
                                          <a:ea typeface="Cambria Math" panose="02040503050406030204" pitchFamily="18" charset="0"/>
                                          <a:cs typeface="Cambria Math" panose="02040503050406030204" pitchFamily="18" charset="0"/>
                                        </a:rPr>
                                      </m:ctrlPr>
                                    </m:dPr>
                                    <m:e>
                                      <m:sSub>
                                        <m:sSubPr>
                                          <m:ctrlPr>
                                            <a:rPr lang="tr-TR" sz="1800" i="1">
                                              <a:effectLst/>
                                              <a:latin typeface="Cambria Math" panose="02040503050406030204" pitchFamily="18" charset="0"/>
                                              <a:ea typeface="Times New Roman" panose="02020603050405020304" pitchFamily="18" charset="0"/>
                                            </a:rPr>
                                          </m:ctrlPr>
                                        </m:sSubPr>
                                        <m:e>
                                          <m:r>
                                            <a:rPr lang="tr-TR" sz="1800" i="1">
                                              <a:effectLst/>
                                              <a:latin typeface="Cambria Math" panose="02040503050406030204" pitchFamily="18" charset="0"/>
                                              <a:ea typeface="Times New Roman" panose="02020603050405020304" pitchFamily="18" charset="0"/>
                                            </a:rPr>
                                            <m:t>𝑏</m:t>
                                          </m:r>
                                        </m:e>
                                        <m:sub>
                                          <m:r>
                                            <a:rPr lang="tr-TR" sz="1800" i="1">
                                              <a:effectLst/>
                                              <a:latin typeface="Cambria Math" panose="02040503050406030204" pitchFamily="18" charset="0"/>
                                              <a:ea typeface="Times New Roman" panose="02020603050405020304" pitchFamily="18" charset="0"/>
                                            </a:rPr>
                                            <m:t>𝑠</m:t>
                                          </m:r>
                                        </m:sub>
                                      </m:sSub>
                                      <m:r>
                                        <a:rPr lang="tr-TR" sz="1800" i="1">
                                          <a:effectLst/>
                                          <a:latin typeface="Cambria Math" panose="02040503050406030204" pitchFamily="18" charset="0"/>
                                          <a:ea typeface="Cambria Math" panose="02040503050406030204" pitchFamily="18" charset="0"/>
                                          <a:cs typeface="Cambria Math" panose="02040503050406030204" pitchFamily="18" charset="0"/>
                                        </a:rPr>
                                        <m:t>+</m:t>
                                      </m:r>
                                      <m:sSub>
                                        <m:sSubPr>
                                          <m:ctrlPr>
                                            <a:rPr lang="tr-TR" sz="1800" i="1">
                                              <a:effectLst/>
                                              <a:latin typeface="Cambria Math" panose="02040503050406030204" pitchFamily="18" charset="0"/>
                                              <a:ea typeface="Times New Roman" panose="02020603050405020304" pitchFamily="18" charset="0"/>
                                            </a:rPr>
                                          </m:ctrlPr>
                                        </m:sSubPr>
                                        <m:e>
                                          <m:r>
                                            <a:rPr lang="tr-TR" sz="1800" i="1">
                                              <a:effectLst/>
                                              <a:latin typeface="Cambria Math" panose="02040503050406030204" pitchFamily="18" charset="0"/>
                                              <a:ea typeface="Times New Roman" panose="02020603050405020304" pitchFamily="18" charset="0"/>
                                            </a:rPr>
                                            <m:t>𝑏</m:t>
                                          </m:r>
                                        </m:e>
                                        <m:sub>
                                          <m:r>
                                            <a:rPr lang="tr-TR" sz="1800" i="1">
                                              <a:effectLst/>
                                              <a:latin typeface="Cambria Math" panose="02040503050406030204" pitchFamily="18" charset="0"/>
                                              <a:ea typeface="Times New Roman" panose="02020603050405020304" pitchFamily="18" charset="0"/>
                                            </a:rPr>
                                            <m:t>𝑡</m:t>
                                          </m:r>
                                        </m:sub>
                                      </m:sSub>
                                    </m:e>
                                  </m:d>
                                </m:num>
                                <m:den>
                                  <m:sSub>
                                    <m:sSubPr>
                                      <m:ctrlPr>
                                        <a:rPr lang="tr-TR" sz="1800" i="1">
                                          <a:effectLst/>
                                          <a:latin typeface="Cambria Math" panose="02040503050406030204" pitchFamily="18" charset="0"/>
                                          <a:ea typeface="Times New Roman" panose="02020603050405020304" pitchFamily="18" charset="0"/>
                                        </a:rPr>
                                      </m:ctrlPr>
                                    </m:sSubPr>
                                    <m:e>
                                      <m:r>
                                        <a:rPr lang="tr-TR" sz="1800" i="1">
                                          <a:effectLst/>
                                          <a:latin typeface="Cambria Math" panose="02040503050406030204" pitchFamily="18" charset="0"/>
                                          <a:ea typeface="Times New Roman" panose="02020603050405020304" pitchFamily="18" charset="0"/>
                                        </a:rPr>
                                        <m:t>𝑚</m:t>
                                      </m:r>
                                    </m:e>
                                    <m:sub>
                                      <m:r>
                                        <a:rPr lang="tr-TR" sz="1800" i="1">
                                          <a:effectLst/>
                                          <a:latin typeface="Cambria Math" panose="02040503050406030204" pitchFamily="18" charset="0"/>
                                          <a:ea typeface="Times New Roman" panose="02020603050405020304" pitchFamily="18" charset="0"/>
                                        </a:rPr>
                                        <m:t>𝑢</m:t>
                                      </m:r>
                                    </m:sub>
                                  </m:sSub>
                                </m:den>
                              </m:f>
                            </m:e>
                          </m:mr>
                        </m:m>
                      </m:e>
                    </m:d>
                  </m:oMath>
                </a14:m>
                <a:r>
                  <a:rPr lang="tr-TR" sz="1800" dirty="0">
                    <a:effectLst/>
                    <a:latin typeface="Times New Roman" panose="02020603050405020304" pitchFamily="18" charset="0"/>
                    <a:ea typeface="Times New Roman" panose="02020603050405020304" pitchFamily="18" charset="0"/>
                  </a:rPr>
                  <a:t>  </a:t>
                </a:r>
                <a14:m>
                  <m:oMath xmlns:m="http://schemas.openxmlformats.org/officeDocument/2006/math">
                    <m:d>
                      <m:dPr>
                        <m:begChr m:val="["/>
                        <m:endChr m:val="]"/>
                        <m:ctrlPr>
                          <a:rPr lang="tr-TR" sz="1800" i="1">
                            <a:effectLst/>
                            <a:latin typeface="Cambria Math" panose="02040503050406030204" pitchFamily="18" charset="0"/>
                            <a:ea typeface="Times New Roman" panose="02020603050405020304" pitchFamily="18" charset="0"/>
                          </a:rPr>
                        </m:ctrlPr>
                      </m:dPr>
                      <m:e>
                        <m:eqArr>
                          <m:eqArrPr>
                            <m:ctrlPr>
                              <a:rPr lang="tr-TR" sz="1800" i="1">
                                <a:effectLst/>
                                <a:latin typeface="Cambria Math" panose="02040503050406030204" pitchFamily="18" charset="0"/>
                                <a:ea typeface="Times New Roman" panose="02020603050405020304" pitchFamily="18" charset="0"/>
                              </a:rPr>
                            </m:ctrlPr>
                          </m:eqArrPr>
                          <m:e>
                            <m:sSub>
                              <m:sSubPr>
                                <m:ctrlPr>
                                  <a:rPr lang="tr-TR" sz="1800" i="1">
                                    <a:effectLst/>
                                    <a:latin typeface="Cambria Math" panose="02040503050406030204" pitchFamily="18" charset="0"/>
                                    <a:ea typeface="Times New Roman" panose="02020603050405020304" pitchFamily="18" charset="0"/>
                                  </a:rPr>
                                </m:ctrlPr>
                              </m:sSubPr>
                              <m:e>
                                <m:r>
                                  <a:rPr lang="tr-TR" sz="1800" i="1">
                                    <a:effectLst/>
                                    <a:latin typeface="Cambria Math" panose="02040503050406030204" pitchFamily="18" charset="0"/>
                                    <a:ea typeface="Times New Roman" panose="02020603050405020304" pitchFamily="18" charset="0"/>
                                  </a:rPr>
                                  <m:t>𝑥</m:t>
                                </m:r>
                              </m:e>
                              <m:sub>
                                <m:r>
                                  <a:rPr lang="tr-TR" sz="1800" i="1">
                                    <a:effectLst/>
                                    <a:latin typeface="Cambria Math" panose="02040503050406030204" pitchFamily="18" charset="0"/>
                                    <a:ea typeface="Times New Roman" panose="02020603050405020304" pitchFamily="18" charset="0"/>
                                  </a:rPr>
                                  <m:t>1</m:t>
                                </m:r>
                              </m:sub>
                            </m:sSub>
                          </m:e>
                          <m:e>
                            <m:sSub>
                              <m:sSubPr>
                                <m:ctrlPr>
                                  <a:rPr lang="tr-TR" sz="1800" i="1">
                                    <a:effectLst/>
                                    <a:latin typeface="Cambria Math" panose="02040503050406030204" pitchFamily="18" charset="0"/>
                                    <a:ea typeface="Times New Roman" panose="02020603050405020304" pitchFamily="18" charset="0"/>
                                  </a:rPr>
                                </m:ctrlPr>
                              </m:sSubPr>
                              <m:e>
                                <m:r>
                                  <a:rPr lang="tr-TR" sz="1800" i="1">
                                    <a:effectLst/>
                                    <a:latin typeface="Cambria Math" panose="02040503050406030204" pitchFamily="18" charset="0"/>
                                    <a:ea typeface="Times New Roman" panose="02020603050405020304" pitchFamily="18" charset="0"/>
                                  </a:rPr>
                                  <m:t>𝑥</m:t>
                                </m:r>
                              </m:e>
                              <m:sub>
                                <m:r>
                                  <a:rPr lang="tr-TR" sz="1800" i="1">
                                    <a:effectLst/>
                                    <a:latin typeface="Cambria Math" panose="02040503050406030204" pitchFamily="18" charset="0"/>
                                    <a:ea typeface="Times New Roman" panose="02020603050405020304" pitchFamily="18" charset="0"/>
                                  </a:rPr>
                                  <m:t>2</m:t>
                                </m:r>
                              </m:sub>
                            </m:sSub>
                          </m:e>
                          <m:e>
                            <m:sSub>
                              <m:sSubPr>
                                <m:ctrlPr>
                                  <a:rPr lang="tr-TR" sz="1800" i="1">
                                    <a:effectLst/>
                                    <a:latin typeface="Cambria Math" panose="02040503050406030204" pitchFamily="18" charset="0"/>
                                    <a:ea typeface="Times New Roman" panose="02020603050405020304" pitchFamily="18" charset="0"/>
                                  </a:rPr>
                                </m:ctrlPr>
                              </m:sSubPr>
                              <m:e>
                                <m:r>
                                  <a:rPr lang="tr-TR" sz="1800" i="1">
                                    <a:effectLst/>
                                    <a:latin typeface="Cambria Math" panose="02040503050406030204" pitchFamily="18" charset="0"/>
                                    <a:ea typeface="Times New Roman" panose="02020603050405020304" pitchFamily="18" charset="0"/>
                                  </a:rPr>
                                  <m:t>𝑥</m:t>
                                </m:r>
                              </m:e>
                              <m:sub>
                                <m:r>
                                  <a:rPr lang="tr-TR" sz="1800" i="1">
                                    <a:effectLst/>
                                    <a:latin typeface="Cambria Math" panose="02040503050406030204" pitchFamily="18" charset="0"/>
                                    <a:ea typeface="Times New Roman" panose="02020603050405020304" pitchFamily="18" charset="0"/>
                                  </a:rPr>
                                  <m:t>3</m:t>
                                </m:r>
                              </m:sub>
                            </m:sSub>
                          </m:e>
                          <m:e>
                            <m:sSub>
                              <m:sSubPr>
                                <m:ctrlPr>
                                  <a:rPr lang="tr-TR" sz="1800" i="1">
                                    <a:effectLst/>
                                    <a:latin typeface="Cambria Math" panose="02040503050406030204" pitchFamily="18" charset="0"/>
                                    <a:ea typeface="Times New Roman" panose="02020603050405020304" pitchFamily="18" charset="0"/>
                                  </a:rPr>
                                </m:ctrlPr>
                              </m:sSubPr>
                              <m:e>
                                <m:r>
                                  <a:rPr lang="tr-TR" sz="1800" i="1">
                                    <a:effectLst/>
                                    <a:latin typeface="Cambria Math" panose="02040503050406030204" pitchFamily="18" charset="0"/>
                                    <a:ea typeface="Times New Roman" panose="02020603050405020304" pitchFamily="18" charset="0"/>
                                  </a:rPr>
                                  <m:t>𝑥</m:t>
                                </m:r>
                              </m:e>
                              <m:sub>
                                <m:r>
                                  <a:rPr lang="tr-TR" sz="1800" i="1">
                                    <a:effectLst/>
                                    <a:latin typeface="Cambria Math" panose="02040503050406030204" pitchFamily="18" charset="0"/>
                                    <a:ea typeface="Times New Roman" panose="02020603050405020304" pitchFamily="18" charset="0"/>
                                  </a:rPr>
                                  <m:t>4</m:t>
                                </m:r>
                              </m:sub>
                            </m:sSub>
                          </m:e>
                        </m:eqArr>
                      </m:e>
                    </m:d>
                  </m:oMath>
                </a14:m>
                <a:r>
                  <a:rPr lang="tr-TR" sz="1800" dirty="0">
                    <a:effectLst/>
                    <a:latin typeface="Times New Roman" panose="02020603050405020304" pitchFamily="18" charset="0"/>
                    <a:ea typeface="Times New Roman" panose="02020603050405020304" pitchFamily="18" charset="0"/>
                  </a:rPr>
                  <a:t> + </a:t>
                </a:r>
                <a14:m>
                  <m:oMath xmlns:m="http://schemas.openxmlformats.org/officeDocument/2006/math">
                    <m:d>
                      <m:dPr>
                        <m:begChr m:val="["/>
                        <m:endChr m:val="]"/>
                        <m:ctrlPr>
                          <a:rPr lang="tr-TR" sz="1800" i="1">
                            <a:effectLst/>
                            <a:latin typeface="Cambria Math" panose="02040503050406030204" pitchFamily="18" charset="0"/>
                            <a:ea typeface="Times New Roman" panose="02020603050405020304" pitchFamily="18" charset="0"/>
                          </a:rPr>
                        </m:ctrlPr>
                      </m:dPr>
                      <m:e>
                        <m:m>
                          <m:mPr>
                            <m:mcs>
                              <m:mc>
                                <m:mcPr>
                                  <m:count m:val="2"/>
                                  <m:mcJc m:val="center"/>
                                </m:mcPr>
                              </m:mc>
                            </m:mcs>
                            <m:ctrlPr>
                              <a:rPr lang="tr-TR" sz="1800" i="1">
                                <a:effectLst/>
                                <a:latin typeface="Cambria Math" panose="02040503050406030204" pitchFamily="18" charset="0"/>
                                <a:ea typeface="Times New Roman" panose="02020603050405020304" pitchFamily="18" charset="0"/>
                              </a:rPr>
                            </m:ctrlPr>
                          </m:mPr>
                          <m:mr>
                            <m:e>
                              <m:r>
                                <a:rPr lang="tr-TR" sz="1800" i="1">
                                  <a:effectLst/>
                                  <a:latin typeface="Cambria Math" panose="02040503050406030204" pitchFamily="18" charset="0"/>
                                  <a:ea typeface="Times New Roman" panose="02020603050405020304" pitchFamily="18" charset="0"/>
                                </a:rPr>
                                <m:t>0</m:t>
                              </m:r>
                            </m:e>
                            <m:e>
                              <m:r>
                                <a:rPr lang="tr-TR" sz="1800" i="1">
                                  <a:effectLst/>
                                  <a:latin typeface="Cambria Math" panose="02040503050406030204" pitchFamily="18" charset="0"/>
                                  <a:ea typeface="Times New Roman" panose="02020603050405020304" pitchFamily="18" charset="0"/>
                                </a:rPr>
                                <m:t>0</m:t>
                              </m:r>
                            </m:e>
                          </m:mr>
                          <m:mr>
                            <m:e>
                              <m:r>
                                <a:rPr lang="tr-TR" sz="1800" i="1">
                                  <a:effectLst/>
                                  <a:latin typeface="Cambria Math" panose="02040503050406030204" pitchFamily="18" charset="0"/>
                                  <a:ea typeface="Times New Roman" panose="02020603050405020304" pitchFamily="18" charset="0"/>
                                </a:rPr>
                                <m:t>0</m:t>
                              </m:r>
                            </m:e>
                            <m:e>
                              <m:f>
                                <m:fPr>
                                  <m:ctrlPr>
                                    <a:rPr lang="tr-TR" sz="1800" i="1">
                                      <a:effectLst/>
                                      <a:latin typeface="Cambria Math" panose="02040503050406030204" pitchFamily="18" charset="0"/>
                                      <a:ea typeface="Cambria Math" panose="02040503050406030204" pitchFamily="18" charset="0"/>
                                      <a:cs typeface="Cambria Math" panose="02040503050406030204" pitchFamily="18" charset="0"/>
                                    </a:rPr>
                                  </m:ctrlPr>
                                </m:fPr>
                                <m:num>
                                  <m:r>
                                    <a:rPr lang="tr-TR" sz="1800" i="1">
                                      <a:effectLst/>
                                      <a:latin typeface="Cambria Math" panose="02040503050406030204" pitchFamily="18" charset="0"/>
                                      <a:ea typeface="Cambria Math" panose="02040503050406030204" pitchFamily="18" charset="0"/>
                                      <a:cs typeface="Cambria Math" panose="02040503050406030204" pitchFamily="18" charset="0"/>
                                    </a:rPr>
                                    <m:t>1</m:t>
                                  </m:r>
                                </m:num>
                                <m:den>
                                  <m:sSub>
                                    <m:sSubPr>
                                      <m:ctrlPr>
                                        <a:rPr lang="tr-TR" sz="1800" i="1">
                                          <a:effectLst/>
                                          <a:latin typeface="Cambria Math" panose="02040503050406030204" pitchFamily="18" charset="0"/>
                                          <a:ea typeface="Cambria Math" panose="02040503050406030204" pitchFamily="18" charset="0"/>
                                          <a:cs typeface="Cambria Math" panose="02040503050406030204" pitchFamily="18" charset="0"/>
                                        </a:rPr>
                                      </m:ctrlPr>
                                    </m:sSubPr>
                                    <m:e>
                                      <m:r>
                                        <a:rPr lang="tr-TR" sz="1800" i="1">
                                          <a:effectLst/>
                                          <a:latin typeface="Cambria Math" panose="02040503050406030204" pitchFamily="18" charset="0"/>
                                          <a:ea typeface="Cambria Math" panose="02040503050406030204" pitchFamily="18" charset="0"/>
                                          <a:cs typeface="Cambria Math" panose="02040503050406030204" pitchFamily="18" charset="0"/>
                                        </a:rPr>
                                        <m:t>𝑚</m:t>
                                      </m:r>
                                    </m:e>
                                    <m:sub>
                                      <m:r>
                                        <a:rPr lang="tr-TR" sz="1800" i="1">
                                          <a:effectLst/>
                                          <a:latin typeface="Cambria Math" panose="02040503050406030204" pitchFamily="18" charset="0"/>
                                          <a:ea typeface="Cambria Math" panose="02040503050406030204" pitchFamily="18" charset="0"/>
                                          <a:cs typeface="Cambria Math" panose="02040503050406030204" pitchFamily="18" charset="0"/>
                                        </a:rPr>
                                        <m:t>𝑠</m:t>
                                      </m:r>
                                    </m:sub>
                                  </m:sSub>
                                </m:den>
                              </m:f>
                            </m:e>
                          </m:mr>
                          <m:mr>
                            <m:e>
                              <m:r>
                                <a:rPr lang="tr-TR" sz="1800" i="1">
                                  <a:effectLst/>
                                  <a:latin typeface="Cambria Math" panose="02040503050406030204" pitchFamily="18" charset="0"/>
                                  <a:ea typeface="Cambria Math" panose="02040503050406030204" pitchFamily="18" charset="0"/>
                                  <a:cs typeface="Cambria Math" panose="02040503050406030204" pitchFamily="18" charset="0"/>
                                </a:rPr>
                                <m:t>−1</m:t>
                              </m:r>
                            </m:e>
                            <m:e>
                              <m:r>
                                <a:rPr lang="tr-TR" sz="1800" i="1">
                                  <a:effectLst/>
                                  <a:latin typeface="Cambria Math" panose="02040503050406030204" pitchFamily="18" charset="0"/>
                                  <a:ea typeface="Times New Roman" panose="02020603050405020304" pitchFamily="18" charset="0"/>
                                </a:rPr>
                                <m:t>0</m:t>
                              </m:r>
                            </m:e>
                          </m:mr>
                          <m:mr>
                            <m:e>
                              <m:f>
                                <m:fPr>
                                  <m:ctrlPr>
                                    <a:rPr lang="tr-TR" sz="1800" i="1">
                                      <a:effectLst/>
                                      <a:latin typeface="Cambria Math" panose="02040503050406030204" pitchFamily="18" charset="0"/>
                                      <a:ea typeface="Times New Roman" panose="02020603050405020304" pitchFamily="18" charset="0"/>
                                    </a:rPr>
                                  </m:ctrlPr>
                                </m:fPr>
                                <m:num>
                                  <m:sSub>
                                    <m:sSubPr>
                                      <m:ctrlPr>
                                        <a:rPr lang="tr-TR" sz="1800" i="1">
                                          <a:effectLst/>
                                          <a:latin typeface="Cambria Math" panose="02040503050406030204" pitchFamily="18" charset="0"/>
                                          <a:ea typeface="Times New Roman" panose="02020603050405020304" pitchFamily="18" charset="0"/>
                                        </a:rPr>
                                      </m:ctrlPr>
                                    </m:sSubPr>
                                    <m:e>
                                      <m:r>
                                        <a:rPr lang="tr-TR" sz="1800" i="1">
                                          <a:effectLst/>
                                          <a:latin typeface="Cambria Math" panose="02040503050406030204" pitchFamily="18" charset="0"/>
                                          <a:ea typeface="Times New Roman" panose="02020603050405020304" pitchFamily="18" charset="0"/>
                                        </a:rPr>
                                        <m:t>𝑏</m:t>
                                      </m:r>
                                    </m:e>
                                    <m:sub>
                                      <m:r>
                                        <a:rPr lang="tr-TR" sz="1800" i="1">
                                          <a:effectLst/>
                                          <a:latin typeface="Cambria Math" panose="02040503050406030204" pitchFamily="18" charset="0"/>
                                          <a:ea typeface="Times New Roman" panose="02020603050405020304" pitchFamily="18" charset="0"/>
                                        </a:rPr>
                                        <m:t>𝑡</m:t>
                                      </m:r>
                                    </m:sub>
                                  </m:sSub>
                                </m:num>
                                <m:den>
                                  <m:sSub>
                                    <m:sSubPr>
                                      <m:ctrlPr>
                                        <a:rPr lang="tr-TR" sz="1800" i="1">
                                          <a:effectLst/>
                                          <a:latin typeface="Cambria Math" panose="02040503050406030204" pitchFamily="18" charset="0"/>
                                          <a:ea typeface="Times New Roman" panose="02020603050405020304" pitchFamily="18" charset="0"/>
                                        </a:rPr>
                                      </m:ctrlPr>
                                    </m:sSubPr>
                                    <m:e>
                                      <m:r>
                                        <a:rPr lang="tr-TR" sz="1800" i="1">
                                          <a:effectLst/>
                                          <a:latin typeface="Cambria Math" panose="02040503050406030204" pitchFamily="18" charset="0"/>
                                          <a:ea typeface="Times New Roman" panose="02020603050405020304" pitchFamily="18" charset="0"/>
                                        </a:rPr>
                                        <m:t>𝑚</m:t>
                                      </m:r>
                                    </m:e>
                                    <m:sub>
                                      <m:r>
                                        <a:rPr lang="tr-TR" sz="1800" i="1">
                                          <a:effectLst/>
                                          <a:latin typeface="Cambria Math" panose="02040503050406030204" pitchFamily="18" charset="0"/>
                                          <a:ea typeface="Times New Roman" panose="02020603050405020304" pitchFamily="18" charset="0"/>
                                        </a:rPr>
                                        <m:t>𝑢</m:t>
                                      </m:r>
                                    </m:sub>
                                  </m:sSub>
                                </m:den>
                              </m:f>
                            </m:e>
                            <m:e>
                              <m:r>
                                <a:rPr lang="tr-TR" sz="1800" i="1">
                                  <a:effectLst/>
                                  <a:latin typeface="Cambria Math" panose="02040503050406030204" pitchFamily="18" charset="0"/>
                                  <a:ea typeface="Cambria Math" panose="02040503050406030204" pitchFamily="18" charset="0"/>
                                  <a:cs typeface="Cambria Math" panose="02040503050406030204" pitchFamily="18" charset="0"/>
                                </a:rPr>
                                <m:t>−</m:t>
                              </m:r>
                              <m:f>
                                <m:fPr>
                                  <m:ctrlPr>
                                    <a:rPr lang="tr-TR" sz="1800" i="1">
                                      <a:effectLst/>
                                      <a:latin typeface="Cambria Math" panose="02040503050406030204" pitchFamily="18" charset="0"/>
                                      <a:ea typeface="Times New Roman" panose="02020603050405020304" pitchFamily="18" charset="0"/>
                                    </a:rPr>
                                  </m:ctrlPr>
                                </m:fPr>
                                <m:num>
                                  <m:r>
                                    <a:rPr lang="tr-TR" sz="1800" i="1">
                                      <a:effectLst/>
                                      <a:latin typeface="Cambria Math" panose="02040503050406030204" pitchFamily="18" charset="0"/>
                                      <a:ea typeface="Times New Roman" panose="02020603050405020304" pitchFamily="18" charset="0"/>
                                    </a:rPr>
                                    <m:t>1</m:t>
                                  </m:r>
                                </m:num>
                                <m:den>
                                  <m:sSub>
                                    <m:sSubPr>
                                      <m:ctrlPr>
                                        <a:rPr lang="tr-TR" sz="1800" i="1">
                                          <a:effectLst/>
                                          <a:latin typeface="Cambria Math" panose="02040503050406030204" pitchFamily="18" charset="0"/>
                                          <a:ea typeface="Times New Roman" panose="02020603050405020304" pitchFamily="18" charset="0"/>
                                        </a:rPr>
                                      </m:ctrlPr>
                                    </m:sSubPr>
                                    <m:e>
                                      <m:r>
                                        <a:rPr lang="tr-TR" sz="1800" i="1">
                                          <a:effectLst/>
                                          <a:latin typeface="Cambria Math" panose="02040503050406030204" pitchFamily="18" charset="0"/>
                                          <a:ea typeface="Times New Roman" panose="02020603050405020304" pitchFamily="18" charset="0"/>
                                        </a:rPr>
                                        <m:t>𝑚</m:t>
                                      </m:r>
                                    </m:e>
                                    <m:sub>
                                      <m:r>
                                        <a:rPr lang="tr-TR" sz="1800" i="1">
                                          <a:effectLst/>
                                          <a:latin typeface="Cambria Math" panose="02040503050406030204" pitchFamily="18" charset="0"/>
                                          <a:ea typeface="Times New Roman" panose="02020603050405020304" pitchFamily="18" charset="0"/>
                                        </a:rPr>
                                        <m:t>𝑢</m:t>
                                      </m:r>
                                    </m:sub>
                                  </m:sSub>
                                </m:den>
                              </m:f>
                            </m:e>
                          </m:mr>
                        </m:m>
                      </m:e>
                    </m:d>
                    <m:d>
                      <m:dPr>
                        <m:begChr m:val="["/>
                        <m:endChr m:val="]"/>
                        <m:ctrlPr>
                          <a:rPr lang="tr-TR" sz="1800" i="1">
                            <a:effectLst/>
                            <a:latin typeface="Cambria Math" panose="02040503050406030204" pitchFamily="18" charset="0"/>
                            <a:ea typeface="Times New Roman" panose="02020603050405020304" pitchFamily="18" charset="0"/>
                          </a:rPr>
                        </m:ctrlPr>
                      </m:dPr>
                      <m:e>
                        <m:m>
                          <m:mPr>
                            <m:mcs>
                              <m:mc>
                                <m:mcPr>
                                  <m:count m:val="1"/>
                                  <m:mcJc m:val="center"/>
                                </m:mcPr>
                              </m:mc>
                            </m:mcs>
                            <m:ctrlPr>
                              <a:rPr lang="tr-TR" sz="1800" i="1">
                                <a:effectLst/>
                                <a:latin typeface="Cambria Math" panose="02040503050406030204" pitchFamily="18" charset="0"/>
                                <a:ea typeface="Times New Roman" panose="02020603050405020304" pitchFamily="18" charset="0"/>
                              </a:rPr>
                            </m:ctrlPr>
                          </m:mPr>
                          <m:mr>
                            <m:e>
                              <m:sSub>
                                <m:sSubPr>
                                  <m:ctrlPr>
                                    <a:rPr lang="tr-TR" sz="1800" i="1">
                                      <a:effectLst/>
                                      <a:latin typeface="Cambria Math" panose="02040503050406030204" pitchFamily="18" charset="0"/>
                                      <a:ea typeface="Times New Roman" panose="02020603050405020304" pitchFamily="18" charset="0"/>
                                    </a:rPr>
                                  </m:ctrlPr>
                                </m:sSubPr>
                                <m:e>
                                  <m:acc>
                                    <m:accPr>
                                      <m:chr m:val="̇"/>
                                      <m:ctrlPr>
                                        <a:rPr lang="tr-TR" sz="1800" i="1">
                                          <a:effectLst/>
                                          <a:latin typeface="Cambria Math" panose="02040503050406030204" pitchFamily="18" charset="0"/>
                                          <a:ea typeface="Times New Roman" panose="02020603050405020304" pitchFamily="18" charset="0"/>
                                        </a:rPr>
                                      </m:ctrlPr>
                                    </m:accPr>
                                    <m:e>
                                      <m:r>
                                        <a:rPr lang="tr-TR" sz="1800" i="1">
                                          <a:effectLst/>
                                          <a:latin typeface="Cambria Math" panose="02040503050406030204" pitchFamily="18" charset="0"/>
                                          <a:ea typeface="Times New Roman" panose="02020603050405020304" pitchFamily="18" charset="0"/>
                                        </a:rPr>
                                        <m:t>𝑧</m:t>
                                      </m:r>
                                    </m:e>
                                  </m:acc>
                                </m:e>
                                <m:sub>
                                  <m:r>
                                    <a:rPr lang="tr-TR" sz="1800" i="1">
                                      <a:effectLst/>
                                      <a:latin typeface="Cambria Math" panose="02040503050406030204" pitchFamily="18" charset="0"/>
                                      <a:ea typeface="Times New Roman" panose="02020603050405020304" pitchFamily="18" charset="0"/>
                                    </a:rPr>
                                    <m:t>𝑟</m:t>
                                  </m:r>
                                </m:sub>
                              </m:sSub>
                            </m:e>
                          </m:mr>
                          <m:mr>
                            <m:e>
                              <m:sSub>
                                <m:sSubPr>
                                  <m:ctrlPr>
                                    <a:rPr lang="tr-TR" sz="1800" i="1">
                                      <a:effectLst/>
                                      <a:latin typeface="Cambria Math" panose="02040503050406030204" pitchFamily="18" charset="0"/>
                                      <a:ea typeface="Times New Roman" panose="02020603050405020304" pitchFamily="18" charset="0"/>
                                    </a:rPr>
                                  </m:ctrlPr>
                                </m:sSubPr>
                                <m:e>
                                  <m:r>
                                    <a:rPr lang="tr-TR" sz="1800" i="1">
                                      <a:effectLst/>
                                      <a:latin typeface="Cambria Math" panose="02040503050406030204" pitchFamily="18" charset="0"/>
                                      <a:ea typeface="Times New Roman" panose="02020603050405020304" pitchFamily="18" charset="0"/>
                                    </a:rPr>
                                    <m:t>𝑓</m:t>
                                  </m:r>
                                </m:e>
                                <m:sub>
                                  <m:r>
                                    <a:rPr lang="tr-TR" sz="1800" i="1">
                                      <a:effectLst/>
                                      <a:latin typeface="Cambria Math" panose="02040503050406030204" pitchFamily="18" charset="0"/>
                                      <a:ea typeface="Times New Roman" panose="02020603050405020304" pitchFamily="18" charset="0"/>
                                    </a:rPr>
                                    <m:t>𝑎</m:t>
                                  </m:r>
                                </m:sub>
                              </m:sSub>
                              <m:r>
                                <a:rPr lang="tr-TR" sz="1800" b="1" i="1">
                                  <a:effectLst/>
                                  <a:latin typeface="Cambria Math" panose="02040503050406030204" pitchFamily="18" charset="0"/>
                                  <a:ea typeface="Times New Roman" panose="02020603050405020304" pitchFamily="18" charset="0"/>
                                </a:rPr>
                                <m:t> </m:t>
                              </m:r>
                            </m:e>
                          </m:mr>
                        </m:m>
                      </m:e>
                    </m:d>
                  </m:oMath>
                </a14:m>
                <a:r>
                  <a:rPr lang="tr-TR" sz="1800" dirty="0">
                    <a:effectLst/>
                    <a:latin typeface="Times New Roman" panose="02020603050405020304" pitchFamily="18" charset="0"/>
                    <a:ea typeface="Times New Roman" panose="02020603050405020304" pitchFamily="18" charset="0"/>
                  </a:rPr>
                  <a:t>   (10)     </a:t>
                </a:r>
              </a:p>
              <a:p>
                <a:endParaRPr lang="tr-TR" dirty="0"/>
              </a:p>
            </p:txBody>
          </p:sp>
        </mc:Choice>
        <mc:Fallback xmlns="">
          <p:sp>
            <p:nvSpPr>
              <p:cNvPr id="4" name="Metin kutusu 3">
                <a:extLst>
                  <a:ext uri="{FF2B5EF4-FFF2-40B4-BE49-F238E27FC236}">
                    <a16:creationId xmlns:a16="http://schemas.microsoft.com/office/drawing/2014/main" id="{20011FC1-BA57-B231-BEB6-2DEE59354E92}"/>
                  </a:ext>
                </a:extLst>
              </p:cNvPr>
              <p:cNvSpPr txBox="1">
                <a:spLocks noRot="1" noChangeAspect="1" noMove="1" noResize="1" noEditPoints="1" noAdjustHandles="1" noChangeArrowheads="1" noChangeShapeType="1" noTextEdit="1"/>
              </p:cNvSpPr>
              <p:nvPr/>
            </p:nvSpPr>
            <p:spPr>
              <a:xfrm>
                <a:off x="5740079" y="1527099"/>
                <a:ext cx="6296627" cy="2427331"/>
              </a:xfrm>
              <a:prstGeom prst="rect">
                <a:avLst/>
              </a:prstGeom>
              <a:blipFill>
                <a:blip r:embed="rId3"/>
                <a:stretch>
                  <a:fillRect l="-871" t="-1508"/>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5" name="Metin kutusu 4">
                <a:extLst>
                  <a:ext uri="{FF2B5EF4-FFF2-40B4-BE49-F238E27FC236}">
                    <a16:creationId xmlns:a16="http://schemas.microsoft.com/office/drawing/2014/main" id="{EB4169D9-B462-BC1A-431D-3122A58951B7}"/>
                  </a:ext>
                </a:extLst>
              </p:cNvPr>
              <p:cNvSpPr txBox="1"/>
              <p:nvPr/>
            </p:nvSpPr>
            <p:spPr>
              <a:xfrm>
                <a:off x="5740079" y="3941097"/>
                <a:ext cx="5845216" cy="1389804"/>
              </a:xfrm>
              <a:prstGeom prst="rect">
                <a:avLst/>
              </a:prstGeom>
              <a:noFill/>
            </p:spPr>
            <p:txBody>
              <a:bodyPr wrap="square" rtlCol="0">
                <a:spAutoFit/>
              </a:bodyPr>
              <a:lstStyle/>
              <a:p>
                <a:r>
                  <a:rPr lang="tr-TR" sz="1800" dirty="0">
                    <a:effectLst/>
                    <a:latin typeface="Times New Roman" panose="02020603050405020304" pitchFamily="18" charset="0"/>
                    <a:ea typeface="Times New Roman" panose="02020603050405020304" pitchFamily="18" charset="0"/>
                  </a:rPr>
                  <a:t>Çıkış denklemi;        </a:t>
                </a:r>
              </a:p>
              <a:p>
                <a14:m>
                  <m:oMath xmlns:m="http://schemas.openxmlformats.org/officeDocument/2006/math">
                    <m:d>
                      <m:dPr>
                        <m:begChr m:val="["/>
                        <m:endChr m:val="]"/>
                        <m:ctrlPr>
                          <a:rPr lang="tr-TR" i="1">
                            <a:effectLst/>
                            <a:latin typeface="Cambria Math" panose="02040503050406030204" pitchFamily="18" charset="0"/>
                          </a:rPr>
                        </m:ctrlPr>
                      </m:dPr>
                      <m:e>
                        <m:m>
                          <m:mPr>
                            <m:mcs>
                              <m:mc>
                                <m:mcPr>
                                  <m:count m:val="1"/>
                                  <m:mcJc m:val="center"/>
                                </m:mcPr>
                              </m:mc>
                            </m:mcs>
                            <m:ctrlPr>
                              <a:rPr lang="tr-TR" i="1">
                                <a:effectLst/>
                                <a:latin typeface="Cambria Math" panose="02040503050406030204" pitchFamily="18" charset="0"/>
                              </a:rPr>
                            </m:ctrlPr>
                          </m:mPr>
                          <m:mr>
                            <m:e>
                              <m:sSub>
                                <m:sSubPr>
                                  <m:ctrlPr>
                                    <a:rPr lang="tr-TR" i="1">
                                      <a:effectLst/>
                                      <a:latin typeface="Cambria Math" panose="02040503050406030204" pitchFamily="18" charset="0"/>
                                    </a:rPr>
                                  </m:ctrlPr>
                                </m:sSubPr>
                                <m:e>
                                  <m:r>
                                    <a:rPr lang="tr-TR" sz="1800" i="1">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a:effectLst/>
                                      <a:latin typeface="Cambria Math" panose="02040503050406030204" pitchFamily="18" charset="0"/>
                                      <a:ea typeface="Times New Roman" panose="02020603050405020304" pitchFamily="18" charset="0"/>
                                      <a:cs typeface="Times New Roman" panose="02020603050405020304" pitchFamily="18" charset="0"/>
                                    </a:rPr>
                                    <m:t>1</m:t>
                                  </m:r>
                                </m:sub>
                              </m:sSub>
                            </m:e>
                          </m:mr>
                          <m:mr>
                            <m:e>
                              <m:sSub>
                                <m:sSubPr>
                                  <m:ctrlPr>
                                    <a:rPr lang="tr-TR" i="1">
                                      <a:effectLst/>
                                      <a:latin typeface="Cambria Math" panose="02040503050406030204" pitchFamily="18" charset="0"/>
                                    </a:rPr>
                                  </m:ctrlPr>
                                </m:sSubPr>
                                <m:e>
                                  <m:r>
                                    <a:rPr lang="tr-TR" sz="1800" i="1">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tr-TR" sz="1800" i="1">
                                      <a:effectLst/>
                                      <a:latin typeface="Cambria Math" panose="02040503050406030204" pitchFamily="18" charset="0"/>
                                      <a:ea typeface="Times New Roman" panose="02020603050405020304" pitchFamily="18" charset="0"/>
                                      <a:cs typeface="Times New Roman" panose="02020603050405020304" pitchFamily="18" charset="0"/>
                                    </a:rPr>
                                    <m:t>2</m:t>
                                  </m:r>
                                </m:sub>
                              </m:sSub>
                              <m:r>
                                <a:rPr lang="tr-TR" sz="1800" b="1" i="1">
                                  <a:effectLst/>
                                  <a:latin typeface="Cambria Math" panose="02040503050406030204" pitchFamily="18" charset="0"/>
                                  <a:ea typeface="Times New Roman" panose="02020603050405020304" pitchFamily="18" charset="0"/>
                                  <a:cs typeface="Times New Roman" panose="02020603050405020304" pitchFamily="18" charset="0"/>
                                </a:rPr>
                                <m:t> </m:t>
                              </m:r>
                            </m:e>
                          </m:mr>
                        </m:m>
                      </m:e>
                    </m:d>
                    <m:r>
                      <a:rPr lang="tr-TR" sz="1800" i="1">
                        <a:effectLst/>
                        <a:latin typeface="Cambria Math" panose="02040503050406030204" pitchFamily="18" charset="0"/>
                        <a:ea typeface="Times New Roman" panose="02020603050405020304" pitchFamily="18" charset="0"/>
                        <a:cs typeface="Times New Roman" panose="02020603050405020304" pitchFamily="18" charset="0"/>
                      </a:rPr>
                      <m:t> </m:t>
                    </m:r>
                  </m:oMath>
                </a14:m>
                <a:r>
                  <a:rPr lang="tr-TR" sz="1800" dirty="0">
                    <a:effectLst/>
                    <a:latin typeface="Times New Roman" panose="02020603050405020304" pitchFamily="18" charset="0"/>
                    <a:ea typeface="Arial" panose="020B0604020202020204" pitchFamily="34" charset="0"/>
                    <a:cs typeface="Calibri" panose="020F0502020204030204" pitchFamily="34" charset="0"/>
                  </a:rPr>
                  <a:t>= </a:t>
                </a:r>
                <a14:m>
                  <m:oMath xmlns:m="http://schemas.openxmlformats.org/officeDocument/2006/math">
                    <m:d>
                      <m:dPr>
                        <m:begChr m:val="["/>
                        <m:endChr m:val="]"/>
                        <m:ctrlPr>
                          <a:rPr lang="tr-TR" sz="1800" i="1">
                            <a:effectLst/>
                            <a:latin typeface="Cambria Math" panose="02040503050406030204" pitchFamily="18" charset="0"/>
                          </a:rPr>
                        </m:ctrlPr>
                      </m:dPr>
                      <m:e>
                        <m:m>
                          <m:mPr>
                            <m:mcs>
                              <m:mc>
                                <m:mcPr>
                                  <m:count m:val="4"/>
                                  <m:mcJc m:val="center"/>
                                </m:mcPr>
                              </m:mc>
                            </m:mcs>
                            <m:ctrlPr>
                              <a:rPr lang="tr-TR" sz="1800" i="1">
                                <a:effectLst/>
                                <a:latin typeface="Cambria Math" panose="02040503050406030204" pitchFamily="18" charset="0"/>
                              </a:rPr>
                            </m:ctrlPr>
                          </m:mPr>
                          <m:mr>
                            <m:e>
                              <m:r>
                                <a:rPr lang="tr-TR" sz="1800" i="1">
                                  <a:effectLst/>
                                  <a:latin typeface="Cambria Math" panose="02040503050406030204" pitchFamily="18" charset="0"/>
                                  <a:ea typeface="Times New Roman" panose="02020603050405020304" pitchFamily="18" charset="0"/>
                                  <a:cs typeface="Times New Roman" panose="02020603050405020304" pitchFamily="18" charset="0"/>
                                </a:rPr>
                                <m:t>1</m:t>
                              </m:r>
                            </m:e>
                            <m:e>
                              <m:r>
                                <a:rPr lang="tr-TR" sz="1800" i="1">
                                  <a:effectLst/>
                                  <a:latin typeface="Cambria Math" panose="02040503050406030204" pitchFamily="18" charset="0"/>
                                  <a:ea typeface="Cambria Math" panose="02040503050406030204" pitchFamily="18" charset="0"/>
                                  <a:cs typeface="Cambria Math" panose="02040503050406030204" pitchFamily="18" charset="0"/>
                                </a:rPr>
                                <m:t>0</m:t>
                              </m:r>
                            </m:e>
                            <m:e>
                              <m:r>
                                <a:rPr lang="tr-TR" sz="1800" i="1">
                                  <a:effectLst/>
                                  <a:latin typeface="Cambria Math" panose="02040503050406030204" pitchFamily="18" charset="0"/>
                                  <a:ea typeface="Cambria Math" panose="02040503050406030204" pitchFamily="18" charset="0"/>
                                  <a:cs typeface="Cambria Math" panose="02040503050406030204" pitchFamily="18" charset="0"/>
                                </a:rPr>
                                <m:t>0</m:t>
                              </m:r>
                            </m:e>
                            <m:e>
                              <m:r>
                                <a:rPr lang="tr-TR" sz="1800" i="1">
                                  <a:effectLst/>
                                  <a:latin typeface="Cambria Math" panose="02040503050406030204" pitchFamily="18" charset="0"/>
                                  <a:ea typeface="Cambria Math" panose="02040503050406030204" pitchFamily="18" charset="0"/>
                                  <a:cs typeface="Cambria Math" panose="02040503050406030204" pitchFamily="18" charset="0"/>
                                </a:rPr>
                                <m:t>0</m:t>
                              </m:r>
                            </m:e>
                          </m:mr>
                          <m:mr>
                            <m:e>
                              <m:r>
                                <a:rPr lang="tr-TR" sz="1800" i="1">
                                  <a:effectLst/>
                                  <a:latin typeface="Cambria Math" panose="02040503050406030204" pitchFamily="18" charset="0"/>
                                  <a:ea typeface="Cambria Math" panose="02040503050406030204" pitchFamily="18" charset="0"/>
                                  <a:cs typeface="Cambria Math" panose="02040503050406030204" pitchFamily="18" charset="0"/>
                                </a:rPr>
                                <m:t>−</m:t>
                              </m:r>
                              <m:f>
                                <m:fPr>
                                  <m:ctrlPr>
                                    <a:rPr lang="tr-TR" sz="1800" i="1">
                                      <a:effectLst/>
                                      <a:latin typeface="Cambria Math" panose="02040503050406030204" pitchFamily="18" charset="0"/>
                                    </a:rPr>
                                  </m:ctrlPr>
                                </m:fPr>
                                <m:num>
                                  <m:sSub>
                                    <m:sSubPr>
                                      <m:ctrlPr>
                                        <a:rPr lang="tr-TR" sz="1800" i="1">
                                          <a:effectLst/>
                                          <a:latin typeface="Cambria Math" panose="02040503050406030204" pitchFamily="18" charset="0"/>
                                        </a:rPr>
                                      </m:ctrlPr>
                                    </m:sSubPr>
                                    <m:e>
                                      <m:r>
                                        <a:rPr lang="tr-TR" sz="1800" i="1">
                                          <a:effectLst/>
                                          <a:latin typeface="Cambria Math" panose="02040503050406030204" pitchFamily="18" charset="0"/>
                                          <a:ea typeface="Times New Roman" panose="02020603050405020304" pitchFamily="18" charset="0"/>
                                          <a:cs typeface="Times New Roman" panose="02020603050405020304" pitchFamily="18" charset="0"/>
                                        </a:rPr>
                                        <m:t>𝑘</m:t>
                                      </m:r>
                                    </m:e>
                                    <m:sub>
                                      <m:r>
                                        <a:rPr lang="tr-TR" sz="18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num>
                                <m:den>
                                  <m:sSub>
                                    <m:sSubPr>
                                      <m:ctrlPr>
                                        <a:rPr lang="tr-TR" sz="1800" i="1">
                                          <a:effectLst/>
                                          <a:latin typeface="Cambria Math" panose="02040503050406030204" pitchFamily="18" charset="0"/>
                                        </a:rPr>
                                      </m:ctrlPr>
                                    </m:sSubPr>
                                    <m:e>
                                      <m:r>
                                        <a:rPr lang="tr-TR" sz="1800" i="1">
                                          <a:effectLst/>
                                          <a:latin typeface="Cambria Math" panose="02040503050406030204" pitchFamily="18" charset="0"/>
                                          <a:ea typeface="Times New Roman" panose="02020603050405020304" pitchFamily="18" charset="0"/>
                                          <a:cs typeface="Times New Roman" panose="02020603050405020304" pitchFamily="18" charset="0"/>
                                        </a:rPr>
                                        <m:t>𝑚</m:t>
                                      </m:r>
                                    </m:e>
                                    <m:sub>
                                      <m:r>
                                        <a:rPr lang="tr-TR" sz="18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den>
                              </m:f>
                            </m:e>
                            <m:e>
                              <m:r>
                                <a:rPr lang="tr-TR" sz="1800" i="1">
                                  <a:effectLst/>
                                  <a:latin typeface="Cambria Math" panose="02040503050406030204" pitchFamily="18" charset="0"/>
                                  <a:ea typeface="Cambria Math" panose="02040503050406030204" pitchFamily="18" charset="0"/>
                                  <a:cs typeface="Cambria Math" panose="02040503050406030204" pitchFamily="18" charset="0"/>
                                </a:rPr>
                                <m:t>−</m:t>
                              </m:r>
                              <m:f>
                                <m:fPr>
                                  <m:ctrlPr>
                                    <a:rPr lang="tr-TR" sz="1800" i="1">
                                      <a:effectLst/>
                                      <a:latin typeface="Cambria Math" panose="02040503050406030204" pitchFamily="18" charset="0"/>
                                    </a:rPr>
                                  </m:ctrlPr>
                                </m:fPr>
                                <m:num>
                                  <m:sSub>
                                    <m:sSubPr>
                                      <m:ctrlPr>
                                        <a:rPr lang="tr-TR" sz="1800" i="1">
                                          <a:effectLst/>
                                          <a:latin typeface="Cambria Math" panose="02040503050406030204" pitchFamily="18" charset="0"/>
                                        </a:rPr>
                                      </m:ctrlPr>
                                    </m:sSubPr>
                                    <m:e>
                                      <m:r>
                                        <a:rPr lang="tr-TR" sz="1800" i="1">
                                          <a:effectLst/>
                                          <a:latin typeface="Cambria Math" panose="02040503050406030204" pitchFamily="18" charset="0"/>
                                          <a:ea typeface="Times New Roman" panose="02020603050405020304" pitchFamily="18" charset="0"/>
                                          <a:cs typeface="Times New Roman" panose="02020603050405020304" pitchFamily="18" charset="0"/>
                                        </a:rPr>
                                        <m:t>𝑏</m:t>
                                      </m:r>
                                    </m:e>
                                    <m:sub>
                                      <m:r>
                                        <a:rPr lang="tr-TR" sz="18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num>
                                <m:den>
                                  <m:sSub>
                                    <m:sSubPr>
                                      <m:ctrlPr>
                                        <a:rPr lang="tr-TR" sz="1800" i="1">
                                          <a:effectLst/>
                                          <a:latin typeface="Cambria Math" panose="02040503050406030204" pitchFamily="18" charset="0"/>
                                        </a:rPr>
                                      </m:ctrlPr>
                                    </m:sSubPr>
                                    <m:e>
                                      <m:r>
                                        <a:rPr lang="tr-TR" sz="1800" i="1">
                                          <a:effectLst/>
                                          <a:latin typeface="Cambria Math" panose="02040503050406030204" pitchFamily="18" charset="0"/>
                                          <a:ea typeface="Times New Roman" panose="02020603050405020304" pitchFamily="18" charset="0"/>
                                          <a:cs typeface="Times New Roman" panose="02020603050405020304" pitchFamily="18" charset="0"/>
                                        </a:rPr>
                                        <m:t>𝑚</m:t>
                                      </m:r>
                                    </m:e>
                                    <m:sub>
                                      <m:r>
                                        <a:rPr lang="tr-TR" sz="18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den>
                              </m:f>
                            </m:e>
                            <m:e>
                              <m:r>
                                <a:rPr lang="tr-TR" sz="1800" i="1">
                                  <a:effectLst/>
                                  <a:latin typeface="Cambria Math" panose="02040503050406030204" pitchFamily="18" charset="0"/>
                                  <a:ea typeface="Cambria Math" panose="02040503050406030204" pitchFamily="18" charset="0"/>
                                  <a:cs typeface="Cambria Math" panose="02040503050406030204" pitchFamily="18" charset="0"/>
                                </a:rPr>
                                <m:t>0</m:t>
                              </m:r>
                            </m:e>
                            <m:e>
                              <m:f>
                                <m:fPr>
                                  <m:ctrlPr>
                                    <a:rPr lang="tr-TR" sz="1800" i="1">
                                      <a:effectLst/>
                                      <a:latin typeface="Cambria Math" panose="02040503050406030204" pitchFamily="18" charset="0"/>
                                    </a:rPr>
                                  </m:ctrlPr>
                                </m:fPr>
                                <m:num>
                                  <m:sSub>
                                    <m:sSubPr>
                                      <m:ctrlPr>
                                        <a:rPr lang="tr-TR" sz="1800" i="1">
                                          <a:effectLst/>
                                          <a:latin typeface="Cambria Math" panose="02040503050406030204" pitchFamily="18" charset="0"/>
                                        </a:rPr>
                                      </m:ctrlPr>
                                    </m:sSubPr>
                                    <m:e>
                                      <m:r>
                                        <a:rPr lang="tr-TR" sz="1800" i="1">
                                          <a:effectLst/>
                                          <a:latin typeface="Cambria Math" panose="02040503050406030204" pitchFamily="18" charset="0"/>
                                          <a:ea typeface="Times New Roman" panose="02020603050405020304" pitchFamily="18" charset="0"/>
                                          <a:cs typeface="Times New Roman" panose="02020603050405020304" pitchFamily="18" charset="0"/>
                                        </a:rPr>
                                        <m:t>𝑏</m:t>
                                      </m:r>
                                    </m:e>
                                    <m:sub>
                                      <m:r>
                                        <a:rPr lang="tr-TR" sz="18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num>
                                <m:den>
                                  <m:sSub>
                                    <m:sSubPr>
                                      <m:ctrlPr>
                                        <a:rPr lang="tr-TR" sz="1800" i="1">
                                          <a:effectLst/>
                                          <a:latin typeface="Cambria Math" panose="02040503050406030204" pitchFamily="18" charset="0"/>
                                        </a:rPr>
                                      </m:ctrlPr>
                                    </m:sSubPr>
                                    <m:e>
                                      <m:r>
                                        <a:rPr lang="tr-TR" sz="1800" i="1">
                                          <a:effectLst/>
                                          <a:latin typeface="Cambria Math" panose="02040503050406030204" pitchFamily="18" charset="0"/>
                                          <a:ea typeface="Times New Roman" panose="02020603050405020304" pitchFamily="18" charset="0"/>
                                          <a:cs typeface="Times New Roman" panose="02020603050405020304" pitchFamily="18" charset="0"/>
                                        </a:rPr>
                                        <m:t>𝑚</m:t>
                                      </m:r>
                                    </m:e>
                                    <m:sub>
                                      <m:r>
                                        <a:rPr lang="tr-TR" sz="18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den>
                              </m:f>
                            </m:e>
                          </m:mr>
                        </m:m>
                      </m:e>
                    </m:d>
                    <m:r>
                      <a:rPr lang="tr-TR" sz="1800">
                        <a:effectLst/>
                        <a:latin typeface="Cambria Math" panose="02040503050406030204" pitchFamily="18" charset="0"/>
                        <a:ea typeface="Times New Roman" panose="02020603050405020304" pitchFamily="18" charset="0"/>
                        <a:cs typeface="Times New Roman" panose="02020603050405020304" pitchFamily="18" charset="0"/>
                      </a:rPr>
                      <m:t> </m:t>
                    </m:r>
                    <m:d>
                      <m:dPr>
                        <m:begChr m:val="["/>
                        <m:endChr m:val="]"/>
                        <m:ctrlPr>
                          <a:rPr lang="tr-TR" i="1">
                            <a:effectLst/>
                            <a:latin typeface="Cambria Math" panose="02040503050406030204" pitchFamily="18" charset="0"/>
                          </a:rPr>
                        </m:ctrlPr>
                      </m:dPr>
                      <m:e>
                        <m:eqArr>
                          <m:eqArrPr>
                            <m:ctrlPr>
                              <a:rPr lang="tr-TR" i="1">
                                <a:effectLst/>
                                <a:latin typeface="Cambria Math" panose="02040503050406030204" pitchFamily="18" charset="0"/>
                              </a:rPr>
                            </m:ctrlPr>
                          </m:eqArrPr>
                          <m:e>
                            <m:sSub>
                              <m:sSubPr>
                                <m:ctrlPr>
                                  <a:rPr lang="tr-TR" i="1">
                                    <a:effectLst/>
                                    <a:latin typeface="Cambria Math" panose="02040503050406030204" pitchFamily="18" charset="0"/>
                                  </a:rPr>
                                </m:ctrlPr>
                              </m:sSubPr>
                              <m:e>
                                <m:r>
                                  <a:rPr lang="tr-TR" sz="1800" i="1">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a:effectLst/>
                                    <a:latin typeface="Cambria Math" panose="02040503050406030204" pitchFamily="18" charset="0"/>
                                    <a:ea typeface="Times New Roman" panose="02020603050405020304" pitchFamily="18" charset="0"/>
                                    <a:cs typeface="Times New Roman" panose="02020603050405020304" pitchFamily="18" charset="0"/>
                                  </a:rPr>
                                  <m:t>1</m:t>
                                </m:r>
                              </m:sub>
                            </m:sSub>
                          </m:e>
                          <m:e>
                            <m:sSub>
                              <m:sSubPr>
                                <m:ctrlPr>
                                  <a:rPr lang="tr-TR" i="1">
                                    <a:effectLst/>
                                    <a:latin typeface="Cambria Math" panose="02040503050406030204" pitchFamily="18" charset="0"/>
                                  </a:rPr>
                                </m:ctrlPr>
                              </m:sSubPr>
                              <m:e>
                                <m:r>
                                  <a:rPr lang="tr-TR" sz="1800" i="1">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a:effectLst/>
                                    <a:latin typeface="Cambria Math" panose="02040503050406030204" pitchFamily="18" charset="0"/>
                                    <a:ea typeface="Times New Roman" panose="02020603050405020304" pitchFamily="18" charset="0"/>
                                    <a:cs typeface="Times New Roman" panose="02020603050405020304" pitchFamily="18" charset="0"/>
                                  </a:rPr>
                                  <m:t>2</m:t>
                                </m:r>
                              </m:sub>
                            </m:sSub>
                          </m:e>
                          <m:e>
                            <m:sSub>
                              <m:sSubPr>
                                <m:ctrlPr>
                                  <a:rPr lang="tr-TR" i="1">
                                    <a:effectLst/>
                                    <a:latin typeface="Cambria Math" panose="02040503050406030204" pitchFamily="18" charset="0"/>
                                  </a:rPr>
                                </m:ctrlPr>
                              </m:sSubPr>
                              <m:e>
                                <m:r>
                                  <a:rPr lang="tr-TR" sz="1800" i="1">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a:effectLst/>
                                    <a:latin typeface="Cambria Math" panose="02040503050406030204" pitchFamily="18" charset="0"/>
                                    <a:ea typeface="Times New Roman" panose="02020603050405020304" pitchFamily="18" charset="0"/>
                                    <a:cs typeface="Times New Roman" panose="02020603050405020304" pitchFamily="18" charset="0"/>
                                  </a:rPr>
                                  <m:t>3</m:t>
                                </m:r>
                              </m:sub>
                            </m:sSub>
                          </m:e>
                          <m:e>
                            <m:sSub>
                              <m:sSubPr>
                                <m:ctrlPr>
                                  <a:rPr lang="tr-TR" i="1">
                                    <a:effectLst/>
                                    <a:latin typeface="Cambria Math" panose="02040503050406030204" pitchFamily="18" charset="0"/>
                                  </a:rPr>
                                </m:ctrlPr>
                              </m:sSubPr>
                              <m:e>
                                <m:r>
                                  <a:rPr lang="tr-TR" sz="1800" i="1">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a:effectLst/>
                                    <a:latin typeface="Cambria Math" panose="02040503050406030204" pitchFamily="18" charset="0"/>
                                    <a:ea typeface="Times New Roman" panose="02020603050405020304" pitchFamily="18" charset="0"/>
                                    <a:cs typeface="Times New Roman" panose="02020603050405020304" pitchFamily="18" charset="0"/>
                                  </a:rPr>
                                  <m:t>4</m:t>
                                </m:r>
                              </m:sub>
                            </m:sSub>
                          </m:e>
                        </m:eqArr>
                      </m:e>
                    </m:d>
                  </m:oMath>
                </a14:m>
                <a:r>
                  <a:rPr lang="tr-TR" sz="1800" dirty="0">
                    <a:effectLst/>
                    <a:latin typeface="Times New Roman" panose="02020603050405020304" pitchFamily="18" charset="0"/>
                    <a:ea typeface="Arial" panose="020B0604020202020204" pitchFamily="34" charset="0"/>
                    <a:cs typeface="Calibri" panose="020F0502020204030204" pitchFamily="34" charset="0"/>
                  </a:rPr>
                  <a:t> + </a:t>
                </a:r>
                <a14:m>
                  <m:oMath xmlns:m="http://schemas.openxmlformats.org/officeDocument/2006/math">
                    <m:d>
                      <m:dPr>
                        <m:begChr m:val="["/>
                        <m:endChr m:val="]"/>
                        <m:ctrlPr>
                          <a:rPr lang="tr-TR" sz="1800" i="1">
                            <a:effectLst/>
                            <a:latin typeface="Cambria Math" panose="02040503050406030204" pitchFamily="18" charset="0"/>
                          </a:rPr>
                        </m:ctrlPr>
                      </m:dPr>
                      <m:e>
                        <m:m>
                          <m:mPr>
                            <m:mcs>
                              <m:mc>
                                <m:mcPr>
                                  <m:count m:val="2"/>
                                  <m:mcJc m:val="center"/>
                                </m:mcPr>
                              </m:mc>
                            </m:mcs>
                            <m:ctrlPr>
                              <a:rPr lang="tr-TR" sz="1800" i="1">
                                <a:effectLst/>
                                <a:latin typeface="Cambria Math" panose="02040503050406030204" pitchFamily="18" charset="0"/>
                              </a:rPr>
                            </m:ctrlPr>
                          </m:mPr>
                          <m:mr>
                            <m:e>
                              <m:r>
                                <a:rPr lang="tr-TR" sz="1800" i="1">
                                  <a:effectLst/>
                                  <a:latin typeface="Cambria Math" panose="02040503050406030204" pitchFamily="18" charset="0"/>
                                  <a:ea typeface="Times New Roman" panose="02020603050405020304" pitchFamily="18" charset="0"/>
                                  <a:cs typeface="Times New Roman" panose="02020603050405020304" pitchFamily="18" charset="0"/>
                                </a:rPr>
                                <m:t>0</m:t>
                              </m:r>
                            </m:e>
                            <m:e>
                              <m:r>
                                <a:rPr lang="tr-TR" sz="1800" i="1">
                                  <a:effectLst/>
                                  <a:latin typeface="Cambria Math" panose="02040503050406030204" pitchFamily="18" charset="0"/>
                                  <a:ea typeface="Cambria Math" panose="02040503050406030204" pitchFamily="18" charset="0"/>
                                  <a:cs typeface="Cambria Math" panose="02040503050406030204" pitchFamily="18" charset="0"/>
                                </a:rPr>
                                <m:t>1</m:t>
                              </m:r>
                            </m:e>
                          </m:mr>
                          <m:mr>
                            <m:e>
                              <m:r>
                                <a:rPr lang="tr-TR" sz="1800" i="1">
                                  <a:effectLst/>
                                  <a:latin typeface="Cambria Math" panose="02040503050406030204" pitchFamily="18" charset="0"/>
                                  <a:ea typeface="Times New Roman" panose="02020603050405020304" pitchFamily="18" charset="0"/>
                                  <a:cs typeface="Times New Roman" panose="02020603050405020304" pitchFamily="18" charset="0"/>
                                </a:rPr>
                                <m:t>0</m:t>
                              </m:r>
                            </m:e>
                            <m:e>
                              <m:f>
                                <m:fPr>
                                  <m:ctrlPr>
                                    <a:rPr lang="tr-TR" sz="1800" i="1">
                                      <a:effectLst/>
                                      <a:latin typeface="Cambria Math" panose="02040503050406030204" pitchFamily="18" charset="0"/>
                                    </a:rPr>
                                  </m:ctrlPr>
                                </m:fPr>
                                <m:num>
                                  <m:r>
                                    <a:rPr lang="tr-TR" sz="1800" i="1">
                                      <a:effectLst/>
                                      <a:latin typeface="Cambria Math" panose="02040503050406030204" pitchFamily="18" charset="0"/>
                                      <a:ea typeface="Times New Roman" panose="02020603050405020304" pitchFamily="18" charset="0"/>
                                      <a:cs typeface="Times New Roman" panose="02020603050405020304" pitchFamily="18" charset="0"/>
                                    </a:rPr>
                                    <m:t>1</m:t>
                                  </m:r>
                                </m:num>
                                <m:den>
                                  <m:sSub>
                                    <m:sSubPr>
                                      <m:ctrlPr>
                                        <a:rPr lang="tr-TR" sz="1800" i="1">
                                          <a:effectLst/>
                                          <a:latin typeface="Cambria Math" panose="02040503050406030204" pitchFamily="18" charset="0"/>
                                        </a:rPr>
                                      </m:ctrlPr>
                                    </m:sSubPr>
                                    <m:e>
                                      <m:r>
                                        <a:rPr lang="tr-TR" sz="1800" i="1">
                                          <a:effectLst/>
                                          <a:latin typeface="Cambria Math" panose="02040503050406030204" pitchFamily="18" charset="0"/>
                                          <a:ea typeface="Times New Roman" panose="02020603050405020304" pitchFamily="18" charset="0"/>
                                          <a:cs typeface="Times New Roman" panose="02020603050405020304" pitchFamily="18" charset="0"/>
                                        </a:rPr>
                                        <m:t>𝑚</m:t>
                                      </m:r>
                                    </m:e>
                                    <m:sub>
                                      <m:r>
                                        <a:rPr lang="tr-TR" sz="1800" i="1">
                                          <a:effectLst/>
                                          <a:latin typeface="Cambria Math" panose="02040503050406030204" pitchFamily="18" charset="0"/>
                                          <a:ea typeface="Times New Roman" panose="02020603050405020304" pitchFamily="18" charset="0"/>
                                          <a:cs typeface="Times New Roman" panose="02020603050405020304" pitchFamily="18" charset="0"/>
                                        </a:rPr>
                                        <m:t>𝑠</m:t>
                                      </m:r>
                                      <m:r>
                                        <a:rPr lang="tr-TR" sz="1800" i="1">
                                          <a:effectLst/>
                                          <a:latin typeface="Cambria Math" panose="02040503050406030204" pitchFamily="18" charset="0"/>
                                          <a:ea typeface="Times New Roman" panose="02020603050405020304" pitchFamily="18" charset="0"/>
                                          <a:cs typeface="Times New Roman" panose="02020603050405020304" pitchFamily="18" charset="0"/>
                                        </a:rPr>
                                        <m:t> </m:t>
                                      </m:r>
                                    </m:sub>
                                  </m:sSub>
                                </m:den>
                              </m:f>
                            </m:e>
                          </m:mr>
                        </m:m>
                      </m:e>
                    </m:d>
                    <m:d>
                      <m:dPr>
                        <m:begChr m:val="["/>
                        <m:endChr m:val="]"/>
                        <m:ctrlPr>
                          <a:rPr lang="tr-TR" i="1">
                            <a:effectLst/>
                            <a:latin typeface="Cambria Math" panose="02040503050406030204" pitchFamily="18" charset="0"/>
                          </a:rPr>
                        </m:ctrlPr>
                      </m:dPr>
                      <m:e>
                        <m:m>
                          <m:mPr>
                            <m:mcs>
                              <m:mc>
                                <m:mcPr>
                                  <m:count m:val="1"/>
                                  <m:mcJc m:val="center"/>
                                </m:mcPr>
                              </m:mc>
                            </m:mcs>
                            <m:ctrlPr>
                              <a:rPr lang="tr-TR" i="1">
                                <a:effectLst/>
                                <a:latin typeface="Cambria Math" panose="02040503050406030204" pitchFamily="18" charset="0"/>
                              </a:rPr>
                            </m:ctrlPr>
                          </m:mPr>
                          <m:mr>
                            <m:e>
                              <m:sSub>
                                <m:sSubPr>
                                  <m:ctrlPr>
                                    <a:rPr lang="tr-TR" i="1">
                                      <a:effectLst/>
                                      <a:latin typeface="Cambria Math" panose="02040503050406030204" pitchFamily="18" charset="0"/>
                                    </a:rPr>
                                  </m:ctrlPr>
                                </m:sSubPr>
                                <m:e>
                                  <m:acc>
                                    <m:accPr>
                                      <m:chr m:val="̇"/>
                                      <m:ctrlPr>
                                        <a:rPr lang="tr-TR" i="1">
                                          <a:effectLst/>
                                          <a:latin typeface="Cambria Math" panose="02040503050406030204" pitchFamily="18" charset="0"/>
                                        </a:rPr>
                                      </m:ctrlPr>
                                    </m:accPr>
                                    <m:e>
                                      <m:r>
                                        <a:rPr lang="tr-TR" sz="1800" i="1">
                                          <a:effectLst/>
                                          <a:latin typeface="Cambria Math" panose="02040503050406030204" pitchFamily="18" charset="0"/>
                                          <a:ea typeface="Times New Roman" panose="02020603050405020304" pitchFamily="18" charset="0"/>
                                          <a:cs typeface="Times New Roman" panose="02020603050405020304" pitchFamily="18" charset="0"/>
                                        </a:rPr>
                                        <m:t>𝑧</m:t>
                                      </m:r>
                                    </m:e>
                                  </m:acc>
                                </m:e>
                                <m:sub>
                                  <m:r>
                                    <a:rPr lang="tr-TR" sz="1800" i="1">
                                      <a:effectLst/>
                                      <a:latin typeface="Cambria Math" panose="02040503050406030204" pitchFamily="18" charset="0"/>
                                      <a:ea typeface="Times New Roman" panose="02020603050405020304" pitchFamily="18" charset="0"/>
                                      <a:cs typeface="Times New Roman" panose="02020603050405020304" pitchFamily="18" charset="0"/>
                                    </a:rPr>
                                    <m:t>𝑟</m:t>
                                  </m:r>
                                </m:sub>
                              </m:sSub>
                            </m:e>
                          </m:mr>
                          <m:mr>
                            <m:e>
                              <m:sSub>
                                <m:sSubPr>
                                  <m:ctrlPr>
                                    <a:rPr lang="tr-TR" i="1">
                                      <a:effectLst/>
                                      <a:latin typeface="Cambria Math" panose="02040503050406030204" pitchFamily="18" charset="0"/>
                                    </a:rPr>
                                  </m:ctrlPr>
                                </m:sSubPr>
                                <m:e>
                                  <m:r>
                                    <a:rPr lang="tr-TR" sz="1800" i="1">
                                      <a:effectLst/>
                                      <a:latin typeface="Cambria Math" panose="02040503050406030204" pitchFamily="18" charset="0"/>
                                      <a:ea typeface="Times New Roman" panose="02020603050405020304" pitchFamily="18" charset="0"/>
                                      <a:cs typeface="Times New Roman" panose="02020603050405020304" pitchFamily="18" charset="0"/>
                                    </a:rPr>
                                    <m:t>𝑓</m:t>
                                  </m:r>
                                </m:e>
                                <m:sub>
                                  <m:r>
                                    <a:rPr lang="tr-TR" sz="1800" i="1">
                                      <a:effectLst/>
                                      <a:latin typeface="Cambria Math" panose="02040503050406030204" pitchFamily="18" charset="0"/>
                                      <a:ea typeface="Times New Roman" panose="02020603050405020304" pitchFamily="18" charset="0"/>
                                      <a:cs typeface="Times New Roman" panose="02020603050405020304" pitchFamily="18" charset="0"/>
                                    </a:rPr>
                                    <m:t>𝑎</m:t>
                                  </m:r>
                                </m:sub>
                              </m:sSub>
                              <m:r>
                                <a:rPr lang="tr-TR" sz="1800" b="1" i="1">
                                  <a:effectLst/>
                                  <a:latin typeface="Cambria Math" panose="02040503050406030204" pitchFamily="18" charset="0"/>
                                  <a:ea typeface="Times New Roman" panose="02020603050405020304" pitchFamily="18" charset="0"/>
                                  <a:cs typeface="Times New Roman" panose="02020603050405020304" pitchFamily="18" charset="0"/>
                                </a:rPr>
                                <m:t> </m:t>
                              </m:r>
                            </m:e>
                          </m:mr>
                        </m:m>
                      </m:e>
                    </m:d>
                  </m:oMath>
                </a14:m>
                <a:r>
                  <a:rPr lang="tr-TR" sz="1800" dirty="0">
                    <a:effectLst/>
                    <a:latin typeface="Times New Roman" panose="02020603050405020304" pitchFamily="18" charset="0"/>
                    <a:ea typeface="Times New Roman" panose="02020603050405020304" pitchFamily="18" charset="0"/>
                  </a:rPr>
                  <a:t> </a:t>
                </a:r>
                <a:endParaRPr lang="tr-TR" dirty="0"/>
              </a:p>
            </p:txBody>
          </p:sp>
        </mc:Choice>
        <mc:Fallback xmlns="">
          <p:sp>
            <p:nvSpPr>
              <p:cNvPr id="5" name="Metin kutusu 4">
                <a:extLst>
                  <a:ext uri="{FF2B5EF4-FFF2-40B4-BE49-F238E27FC236}">
                    <a16:creationId xmlns:a16="http://schemas.microsoft.com/office/drawing/2014/main" id="{EB4169D9-B462-BC1A-431D-3122A58951B7}"/>
                  </a:ext>
                </a:extLst>
              </p:cNvPr>
              <p:cNvSpPr txBox="1">
                <a:spLocks noRot="1" noChangeAspect="1" noMove="1" noResize="1" noEditPoints="1" noAdjustHandles="1" noChangeArrowheads="1" noChangeShapeType="1" noTextEdit="1"/>
              </p:cNvSpPr>
              <p:nvPr/>
            </p:nvSpPr>
            <p:spPr>
              <a:xfrm>
                <a:off x="5740079" y="3941097"/>
                <a:ext cx="5845216" cy="1389804"/>
              </a:xfrm>
              <a:prstGeom prst="rect">
                <a:avLst/>
              </a:prstGeom>
              <a:blipFill>
                <a:blip r:embed="rId4"/>
                <a:stretch>
                  <a:fillRect l="-939" t="-2643"/>
                </a:stretch>
              </a:blipFill>
            </p:spPr>
            <p:txBody>
              <a:bodyPr/>
              <a:lstStyle/>
              <a:p>
                <a:r>
                  <a:rPr lang="tr-TR">
                    <a:noFill/>
                  </a:rPr>
                  <a:t> </a:t>
                </a:r>
              </a:p>
            </p:txBody>
          </p:sp>
        </mc:Fallback>
      </mc:AlternateContent>
    </p:spTree>
    <p:extLst>
      <p:ext uri="{BB962C8B-B14F-4D97-AF65-F5344CB8AC3E}">
        <p14:creationId xmlns:p14="http://schemas.microsoft.com/office/powerpoint/2010/main" val="17787356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5148367-3BA9-9AD1-3DC8-001F8C26053C}"/>
              </a:ext>
            </a:extLst>
          </p:cNvPr>
          <p:cNvSpPr>
            <a:spLocks noGrp="1"/>
          </p:cNvSpPr>
          <p:nvPr>
            <p:ph type="title"/>
          </p:nvPr>
        </p:nvSpPr>
        <p:spPr>
          <a:xfrm>
            <a:off x="390330" y="167323"/>
            <a:ext cx="9931400" cy="864235"/>
          </a:xfrm>
        </p:spPr>
        <p:txBody>
          <a:bodyPr/>
          <a:lstStyle/>
          <a:p>
            <a:r>
              <a:rPr lang="tr-TR" b="1" dirty="0">
                <a:effectLst>
                  <a:outerShdw blurRad="38100" dist="38100" dir="2700000" algn="tl">
                    <a:srgbClr val="000000">
                      <a:alpha val="43137"/>
                    </a:srgbClr>
                  </a:outerShdw>
                </a:effectLst>
              </a:rPr>
              <a:t>Optimizasyon-Genetik algoritması</a:t>
            </a:r>
          </a:p>
        </p:txBody>
      </p:sp>
      <p:sp>
        <p:nvSpPr>
          <p:cNvPr id="3" name="İçerik Yer Tutucusu 2">
            <a:extLst>
              <a:ext uri="{FF2B5EF4-FFF2-40B4-BE49-F238E27FC236}">
                <a16:creationId xmlns:a16="http://schemas.microsoft.com/office/drawing/2014/main" id="{EEEE91CD-AFBB-CCF2-4222-3B633A75BE2B}"/>
              </a:ext>
            </a:extLst>
          </p:cNvPr>
          <p:cNvSpPr>
            <a:spLocks noGrp="1"/>
          </p:cNvSpPr>
          <p:nvPr>
            <p:ph idx="1"/>
          </p:nvPr>
        </p:nvSpPr>
        <p:spPr>
          <a:xfrm>
            <a:off x="838200" y="1341120"/>
            <a:ext cx="10515600" cy="4835843"/>
          </a:xfrm>
        </p:spPr>
        <p:txBody>
          <a:bodyPr/>
          <a:lstStyle/>
          <a:p>
            <a:r>
              <a:rPr lang="tr-TR" sz="1800" dirty="0">
                <a:effectLst/>
                <a:latin typeface="Times New Roman" panose="02020603050405020304" pitchFamily="18" charset="0"/>
                <a:ea typeface="Times New Roman" panose="02020603050405020304" pitchFamily="18" charset="0"/>
              </a:rPr>
              <a:t>Genetik Algoritma (GA), doğadaki doğal seçilim ve genetik prensiplerinden esinlenerek oluşturulan bir optimizasyon yöntemidir. GA, bir popülasyon tabanlı arama algoritmasıdır ve potansiyel çözümlerden oluşan bir popülasyon, nesiller boyunca evrim geçirir.</a:t>
            </a:r>
          </a:p>
          <a:p>
            <a:r>
              <a:rPr lang="tr-TR" sz="1800" dirty="0" err="1">
                <a:effectLst/>
                <a:latin typeface="Times New Roman" panose="02020603050405020304" pitchFamily="18" charset="0"/>
                <a:ea typeface="Times New Roman" panose="02020603050405020304" pitchFamily="18" charset="0"/>
              </a:rPr>
              <a:t>GA'nın</a:t>
            </a:r>
            <a:r>
              <a:rPr lang="tr-TR" sz="1800" dirty="0">
                <a:effectLst/>
                <a:latin typeface="Times New Roman" panose="02020603050405020304" pitchFamily="18" charset="0"/>
                <a:ea typeface="Times New Roman" panose="02020603050405020304" pitchFamily="18" charset="0"/>
              </a:rPr>
              <a:t> temel işlemleri şunlardır: seçim, çaprazlama (</a:t>
            </a:r>
            <a:r>
              <a:rPr lang="tr-TR" sz="1800" dirty="0" err="1">
                <a:effectLst/>
                <a:latin typeface="Times New Roman" panose="02020603050405020304" pitchFamily="18" charset="0"/>
                <a:ea typeface="Times New Roman" panose="02020603050405020304" pitchFamily="18" charset="0"/>
              </a:rPr>
              <a:t>crossover</a:t>
            </a:r>
            <a:r>
              <a:rPr lang="tr-TR" sz="1800" dirty="0">
                <a:effectLst/>
                <a:latin typeface="Times New Roman" panose="02020603050405020304" pitchFamily="18" charset="0"/>
                <a:ea typeface="Times New Roman" panose="02020603050405020304" pitchFamily="18" charset="0"/>
              </a:rPr>
              <a:t>) ve mutasyon. </a:t>
            </a:r>
            <a:endParaRPr lang="tr-TR" dirty="0"/>
          </a:p>
        </p:txBody>
      </p:sp>
      <p:pic>
        <p:nvPicPr>
          <p:cNvPr id="4" name="Resim 3" descr="metin, ekran görüntüsü, çizgi, yazı tipi içeren bir resim&#10;&#10;Açıklama otomatik olarak oluşturuldu">
            <a:extLst>
              <a:ext uri="{FF2B5EF4-FFF2-40B4-BE49-F238E27FC236}">
                <a16:creationId xmlns:a16="http://schemas.microsoft.com/office/drawing/2014/main" id="{C64A47DB-B503-1C25-55B8-9910E5BB5855}"/>
              </a:ext>
            </a:extLst>
          </p:cNvPr>
          <p:cNvPicPr>
            <a:picLocks noChangeAspect="1"/>
          </p:cNvPicPr>
          <p:nvPr/>
        </p:nvPicPr>
        <p:blipFill rotWithShape="1">
          <a:blip r:embed="rId2"/>
          <a:srcRect l="4082" t="3834" r="4579" b="1525"/>
          <a:stretch/>
        </p:blipFill>
        <p:spPr bwMode="auto">
          <a:xfrm>
            <a:off x="3749039" y="2824480"/>
            <a:ext cx="4293722" cy="374967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2189818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8E1745E-FE70-CFCF-109F-2F351BB428FD}"/>
              </a:ext>
            </a:extLst>
          </p:cNvPr>
          <p:cNvSpPr>
            <a:spLocks noGrp="1"/>
          </p:cNvSpPr>
          <p:nvPr>
            <p:ph type="title"/>
          </p:nvPr>
        </p:nvSpPr>
        <p:spPr>
          <a:xfrm>
            <a:off x="838200" y="365125"/>
            <a:ext cx="10515600" cy="650875"/>
          </a:xfrm>
        </p:spPr>
        <p:txBody>
          <a:bodyPr>
            <a:normAutofit fontScale="90000"/>
          </a:bodyPr>
          <a:lstStyle/>
          <a:p>
            <a:r>
              <a:rPr lang="tr-TR" b="1" dirty="0">
                <a:effectLst>
                  <a:outerShdw blurRad="38100" dist="38100" dir="2700000" algn="tl">
                    <a:srgbClr val="000000">
                      <a:alpha val="43137"/>
                    </a:srgbClr>
                  </a:outerShdw>
                </a:effectLst>
              </a:rPr>
              <a:t>Genetik algoritma-Temel bileşenler</a:t>
            </a:r>
          </a:p>
        </p:txBody>
      </p:sp>
      <p:sp>
        <p:nvSpPr>
          <p:cNvPr id="3" name="İçerik Yer Tutucusu 2">
            <a:extLst>
              <a:ext uri="{FF2B5EF4-FFF2-40B4-BE49-F238E27FC236}">
                <a16:creationId xmlns:a16="http://schemas.microsoft.com/office/drawing/2014/main" id="{D0F123F8-E038-A560-E5C5-C3DB2AA8C739}"/>
              </a:ext>
            </a:extLst>
          </p:cNvPr>
          <p:cNvSpPr>
            <a:spLocks noGrp="1"/>
          </p:cNvSpPr>
          <p:nvPr>
            <p:ph idx="1"/>
          </p:nvPr>
        </p:nvSpPr>
        <p:spPr>
          <a:xfrm>
            <a:off x="838200" y="1127760"/>
            <a:ext cx="11211560" cy="5588000"/>
          </a:xfrm>
        </p:spPr>
        <p:txBody>
          <a:bodyPr>
            <a:normAutofit fontScale="85000" lnSpcReduction="20000"/>
          </a:bodyPr>
          <a:lstStyle/>
          <a:p>
            <a:pPr algn="l">
              <a:buFont typeface="+mj-lt"/>
              <a:buAutoNum type="arabicPeriod"/>
            </a:pPr>
            <a:r>
              <a:rPr lang="tr-TR" b="1" i="0" dirty="0">
                <a:solidFill>
                  <a:srgbClr val="0D0D0D"/>
                </a:solidFill>
                <a:effectLst/>
                <a:highlight>
                  <a:srgbClr val="FFFFFF"/>
                </a:highlight>
                <a:latin typeface="ui-sans-serif"/>
              </a:rPr>
              <a:t>Popülasyon</a:t>
            </a:r>
            <a:r>
              <a:rPr lang="tr-TR" b="0" i="0" dirty="0">
                <a:solidFill>
                  <a:srgbClr val="0D0D0D"/>
                </a:solidFill>
                <a:effectLst/>
                <a:highlight>
                  <a:srgbClr val="FFFFFF"/>
                </a:highlight>
                <a:latin typeface="ui-sans-serif"/>
              </a:rPr>
              <a:t>:</a:t>
            </a:r>
          </a:p>
          <a:p>
            <a:pPr marL="457200" lvl="1" indent="0" algn="l">
              <a:buNone/>
            </a:pPr>
            <a:r>
              <a:rPr lang="tr-TR" b="0" i="0" dirty="0">
                <a:solidFill>
                  <a:srgbClr val="0D0D0D"/>
                </a:solidFill>
                <a:effectLst/>
                <a:highlight>
                  <a:srgbClr val="FFFFFF"/>
                </a:highlight>
                <a:latin typeface="ui-sans-serif"/>
              </a:rPr>
              <a:t>Bir çözüm kümesi (bireyler) başlangıçta rastgele veya belirli bir yöntemle oluşturulur. Her birey potansiyel bir çözümü temsil eder ve genellikle bir dizi (kromozom) olarak kodlanır.</a:t>
            </a:r>
          </a:p>
          <a:p>
            <a:pPr algn="l">
              <a:buFont typeface="+mj-lt"/>
              <a:buAutoNum type="arabicPeriod"/>
            </a:pPr>
            <a:r>
              <a:rPr lang="tr-TR" b="1" i="0" dirty="0">
                <a:solidFill>
                  <a:srgbClr val="0D0D0D"/>
                </a:solidFill>
                <a:effectLst/>
                <a:highlight>
                  <a:srgbClr val="FFFFFF"/>
                </a:highlight>
                <a:latin typeface="ui-sans-serif"/>
              </a:rPr>
              <a:t>Kromozom</a:t>
            </a:r>
            <a:r>
              <a:rPr lang="tr-TR" b="0" i="0" dirty="0">
                <a:solidFill>
                  <a:srgbClr val="0D0D0D"/>
                </a:solidFill>
                <a:effectLst/>
                <a:highlight>
                  <a:srgbClr val="FFFFFF"/>
                </a:highlight>
                <a:latin typeface="ui-sans-serif"/>
              </a:rPr>
              <a:t>:</a:t>
            </a:r>
          </a:p>
          <a:p>
            <a:pPr marL="457200" lvl="1" indent="0" algn="l">
              <a:buNone/>
            </a:pPr>
            <a:r>
              <a:rPr lang="tr-TR" b="0" i="0" dirty="0">
                <a:solidFill>
                  <a:srgbClr val="0D0D0D"/>
                </a:solidFill>
                <a:effectLst/>
                <a:highlight>
                  <a:srgbClr val="FFFFFF"/>
                </a:highlight>
                <a:latin typeface="ui-sans-serif"/>
              </a:rPr>
              <a:t>Bir bireyin genetik bilgisini temsil eder. Genellikle bir bit dizisi, sayı dizisi veya diğer uygun yapıdadır. Problemin doğasına bağlı olarak farklı şekillerde kodlanabilir.</a:t>
            </a:r>
          </a:p>
          <a:p>
            <a:pPr algn="l">
              <a:buFont typeface="+mj-lt"/>
              <a:buAutoNum type="arabicPeriod"/>
            </a:pPr>
            <a:r>
              <a:rPr lang="tr-TR" b="1" i="0" dirty="0" err="1">
                <a:solidFill>
                  <a:srgbClr val="0D0D0D"/>
                </a:solidFill>
                <a:effectLst/>
                <a:highlight>
                  <a:srgbClr val="FFFFFF"/>
                </a:highlight>
                <a:latin typeface="ui-sans-serif"/>
              </a:rPr>
              <a:t>Fitness</a:t>
            </a:r>
            <a:r>
              <a:rPr lang="tr-TR" b="1" i="0" dirty="0">
                <a:solidFill>
                  <a:srgbClr val="0D0D0D"/>
                </a:solidFill>
                <a:effectLst/>
                <a:highlight>
                  <a:srgbClr val="FFFFFF"/>
                </a:highlight>
                <a:latin typeface="ui-sans-serif"/>
              </a:rPr>
              <a:t> Fonksiyonu</a:t>
            </a:r>
            <a:r>
              <a:rPr lang="tr-TR" b="0" i="0" dirty="0">
                <a:solidFill>
                  <a:srgbClr val="0D0D0D"/>
                </a:solidFill>
                <a:effectLst/>
                <a:highlight>
                  <a:srgbClr val="FFFFFF"/>
                </a:highlight>
                <a:latin typeface="ui-sans-serif"/>
              </a:rPr>
              <a:t>:</a:t>
            </a:r>
          </a:p>
          <a:p>
            <a:pPr marL="457200" lvl="1" indent="0" algn="l">
              <a:buNone/>
            </a:pPr>
            <a:r>
              <a:rPr lang="tr-TR" b="0" i="0" dirty="0">
                <a:solidFill>
                  <a:srgbClr val="0D0D0D"/>
                </a:solidFill>
                <a:effectLst/>
                <a:highlight>
                  <a:srgbClr val="FFFFFF"/>
                </a:highlight>
                <a:latin typeface="ui-sans-serif"/>
              </a:rPr>
              <a:t>Her bireyin ne kadar iyi bir çözüm olduğunu değerlendiren bir fonksiyondur. </a:t>
            </a:r>
            <a:r>
              <a:rPr lang="tr-TR" b="0" i="0" dirty="0" err="1">
                <a:solidFill>
                  <a:srgbClr val="0D0D0D"/>
                </a:solidFill>
                <a:effectLst/>
                <a:highlight>
                  <a:srgbClr val="FFFFFF"/>
                </a:highlight>
                <a:latin typeface="ui-sans-serif"/>
              </a:rPr>
              <a:t>Fitness</a:t>
            </a:r>
            <a:r>
              <a:rPr lang="tr-TR" b="0" i="0" dirty="0">
                <a:solidFill>
                  <a:srgbClr val="0D0D0D"/>
                </a:solidFill>
                <a:effectLst/>
                <a:highlight>
                  <a:srgbClr val="FFFFFF"/>
                </a:highlight>
                <a:latin typeface="ui-sans-serif"/>
              </a:rPr>
              <a:t> değeri, bireyin problemin çözümüne ne kadar yakın olduğunu gösterir.</a:t>
            </a:r>
          </a:p>
          <a:p>
            <a:pPr algn="l">
              <a:buFont typeface="+mj-lt"/>
              <a:buAutoNum type="arabicPeriod"/>
            </a:pPr>
            <a:r>
              <a:rPr lang="tr-TR" b="1" i="0" dirty="0">
                <a:solidFill>
                  <a:srgbClr val="0D0D0D"/>
                </a:solidFill>
                <a:effectLst/>
                <a:highlight>
                  <a:srgbClr val="FFFFFF"/>
                </a:highlight>
                <a:latin typeface="ui-sans-serif"/>
              </a:rPr>
              <a:t>Seleksiyon (Seçim)</a:t>
            </a:r>
            <a:r>
              <a:rPr lang="tr-TR" b="0" i="0" dirty="0">
                <a:solidFill>
                  <a:srgbClr val="0D0D0D"/>
                </a:solidFill>
                <a:effectLst/>
                <a:highlight>
                  <a:srgbClr val="FFFFFF"/>
                </a:highlight>
                <a:latin typeface="ui-sans-serif"/>
              </a:rPr>
              <a:t>:</a:t>
            </a:r>
          </a:p>
          <a:p>
            <a:pPr marL="457200" lvl="1" indent="0" algn="l">
              <a:buNone/>
            </a:pPr>
            <a:r>
              <a:rPr lang="tr-TR" b="0" i="0" dirty="0">
                <a:solidFill>
                  <a:srgbClr val="0D0D0D"/>
                </a:solidFill>
                <a:effectLst/>
                <a:highlight>
                  <a:srgbClr val="FFFFFF"/>
                </a:highlight>
                <a:latin typeface="ui-sans-serif"/>
              </a:rPr>
              <a:t>Daha yüksek </a:t>
            </a:r>
            <a:r>
              <a:rPr lang="tr-TR" b="0" i="0" dirty="0" err="1">
                <a:solidFill>
                  <a:srgbClr val="0D0D0D"/>
                </a:solidFill>
                <a:effectLst/>
                <a:highlight>
                  <a:srgbClr val="FFFFFF"/>
                </a:highlight>
                <a:latin typeface="ui-sans-serif"/>
              </a:rPr>
              <a:t>fitness</a:t>
            </a:r>
            <a:r>
              <a:rPr lang="tr-TR" b="0" i="0" dirty="0">
                <a:solidFill>
                  <a:srgbClr val="0D0D0D"/>
                </a:solidFill>
                <a:effectLst/>
                <a:highlight>
                  <a:srgbClr val="FFFFFF"/>
                </a:highlight>
                <a:latin typeface="ui-sans-serif"/>
              </a:rPr>
              <a:t> değerine sahip bireylerin bir sonraki nesil için seçilme olasılıklarının daha yüksek olduğu bir süreçtir. Sık kullanılan seçim yöntemleri arasında rulet tekerleği seçimi, turnuva seçimi ve sıralama seçimi bulunur.</a:t>
            </a:r>
          </a:p>
          <a:p>
            <a:pPr algn="l">
              <a:buFont typeface="+mj-lt"/>
              <a:buAutoNum type="arabicPeriod"/>
            </a:pPr>
            <a:r>
              <a:rPr lang="tr-TR" b="1" i="0" dirty="0">
                <a:solidFill>
                  <a:srgbClr val="0D0D0D"/>
                </a:solidFill>
                <a:effectLst/>
                <a:highlight>
                  <a:srgbClr val="FFFFFF"/>
                </a:highlight>
                <a:latin typeface="ui-sans-serif"/>
              </a:rPr>
              <a:t>Çaprazlama (</a:t>
            </a:r>
            <a:r>
              <a:rPr lang="tr-TR" b="1" i="0" dirty="0" err="1">
                <a:solidFill>
                  <a:srgbClr val="0D0D0D"/>
                </a:solidFill>
                <a:effectLst/>
                <a:highlight>
                  <a:srgbClr val="FFFFFF"/>
                </a:highlight>
                <a:latin typeface="ui-sans-serif"/>
              </a:rPr>
              <a:t>Crossover</a:t>
            </a:r>
            <a:r>
              <a:rPr lang="tr-TR" b="1" i="0" dirty="0">
                <a:solidFill>
                  <a:srgbClr val="0D0D0D"/>
                </a:solidFill>
                <a:effectLst/>
                <a:highlight>
                  <a:srgbClr val="FFFFFF"/>
                </a:highlight>
                <a:latin typeface="ui-sans-serif"/>
              </a:rPr>
              <a:t>)</a:t>
            </a:r>
            <a:r>
              <a:rPr lang="tr-TR" b="0" i="0" dirty="0">
                <a:solidFill>
                  <a:srgbClr val="0D0D0D"/>
                </a:solidFill>
                <a:effectLst/>
                <a:highlight>
                  <a:srgbClr val="FFFFFF"/>
                </a:highlight>
                <a:latin typeface="ui-sans-serif"/>
              </a:rPr>
              <a:t>:</a:t>
            </a:r>
          </a:p>
          <a:p>
            <a:pPr marL="457200" lvl="1" indent="0" algn="l">
              <a:buNone/>
            </a:pPr>
            <a:r>
              <a:rPr lang="tr-TR" b="0" i="0" dirty="0">
                <a:solidFill>
                  <a:srgbClr val="0D0D0D"/>
                </a:solidFill>
                <a:effectLst/>
                <a:highlight>
                  <a:srgbClr val="FFFFFF"/>
                </a:highlight>
                <a:latin typeface="ui-sans-serif"/>
              </a:rPr>
              <a:t>İki ebeveyn kromozomundan yeni bireyler (çocuklar) oluşturma sürecidir. Çaprazlama, genetik çeşitliliği artırmak ve yeni çözümler üretmek için kullanılır.</a:t>
            </a:r>
          </a:p>
          <a:p>
            <a:pPr algn="l">
              <a:buFont typeface="+mj-lt"/>
              <a:buAutoNum type="arabicPeriod"/>
            </a:pPr>
            <a:r>
              <a:rPr lang="tr-TR" b="1" i="0" dirty="0">
                <a:solidFill>
                  <a:srgbClr val="0D0D0D"/>
                </a:solidFill>
                <a:effectLst/>
                <a:highlight>
                  <a:srgbClr val="FFFFFF"/>
                </a:highlight>
                <a:latin typeface="ui-sans-serif"/>
              </a:rPr>
              <a:t>Mutasyon</a:t>
            </a:r>
            <a:r>
              <a:rPr lang="tr-TR" b="0" i="0" dirty="0">
                <a:solidFill>
                  <a:srgbClr val="0D0D0D"/>
                </a:solidFill>
                <a:effectLst/>
                <a:highlight>
                  <a:srgbClr val="FFFFFF"/>
                </a:highlight>
                <a:latin typeface="ui-sans-serif"/>
              </a:rPr>
              <a:t>:</a:t>
            </a:r>
          </a:p>
          <a:p>
            <a:pPr marL="457200" lvl="1" indent="0" algn="l">
              <a:buNone/>
            </a:pPr>
            <a:r>
              <a:rPr lang="tr-TR" b="0" i="0" dirty="0">
                <a:solidFill>
                  <a:srgbClr val="0D0D0D"/>
                </a:solidFill>
                <a:effectLst/>
                <a:highlight>
                  <a:srgbClr val="FFFFFF"/>
                </a:highlight>
                <a:latin typeface="ui-sans-serif"/>
              </a:rPr>
              <a:t>Bireylerin genlerinde küçük değişiklikler yapma sürecidir. Bu, genetik çeşitliliği korur ve yerel minimumdan kaçınmaya yardımcı olur</a:t>
            </a:r>
          </a:p>
          <a:p>
            <a:endParaRPr lang="tr-TR" dirty="0"/>
          </a:p>
        </p:txBody>
      </p:sp>
    </p:spTree>
    <p:extLst>
      <p:ext uri="{BB962C8B-B14F-4D97-AF65-F5344CB8AC3E}">
        <p14:creationId xmlns:p14="http://schemas.microsoft.com/office/powerpoint/2010/main" val="19528319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023E8E7-C2B8-4E79-F972-B797E492BBD0}"/>
              </a:ext>
            </a:extLst>
          </p:cNvPr>
          <p:cNvSpPr>
            <a:spLocks noGrp="1"/>
          </p:cNvSpPr>
          <p:nvPr>
            <p:ph type="title"/>
          </p:nvPr>
        </p:nvSpPr>
        <p:spPr>
          <a:xfrm>
            <a:off x="767080" y="127476"/>
            <a:ext cx="10515600" cy="1325563"/>
          </a:xfrm>
        </p:spPr>
        <p:txBody>
          <a:bodyPr/>
          <a:lstStyle/>
          <a:p>
            <a:r>
              <a:rPr lang="tr-TR" b="1" dirty="0">
                <a:effectLst>
                  <a:outerShdw blurRad="38100" dist="38100" dir="2700000" algn="tl">
                    <a:srgbClr val="000000">
                      <a:alpha val="43137"/>
                    </a:srgbClr>
                  </a:outerShdw>
                </a:effectLst>
              </a:rPr>
              <a:t>Parçacık Sürü Optimizasyonu</a:t>
            </a:r>
          </a:p>
        </p:txBody>
      </p:sp>
      <p:sp>
        <p:nvSpPr>
          <p:cNvPr id="3" name="İçerik Yer Tutucusu 2">
            <a:extLst>
              <a:ext uri="{FF2B5EF4-FFF2-40B4-BE49-F238E27FC236}">
                <a16:creationId xmlns:a16="http://schemas.microsoft.com/office/drawing/2014/main" id="{A4F37DD5-669C-C8D9-77B3-D196C16AB478}"/>
              </a:ext>
            </a:extLst>
          </p:cNvPr>
          <p:cNvSpPr>
            <a:spLocks noGrp="1"/>
          </p:cNvSpPr>
          <p:nvPr>
            <p:ph idx="1"/>
          </p:nvPr>
        </p:nvSpPr>
        <p:spPr>
          <a:xfrm>
            <a:off x="767080" y="1160145"/>
            <a:ext cx="10515600" cy="2268855"/>
          </a:xfrm>
        </p:spPr>
        <p:txBody>
          <a:bodyPr/>
          <a:lstStyle/>
          <a:p>
            <a:r>
              <a:rPr lang="tr-TR" sz="1800" dirty="0">
                <a:effectLst/>
                <a:latin typeface="Times New Roman" panose="02020603050405020304" pitchFamily="18" charset="0"/>
                <a:ea typeface="Times New Roman" panose="02020603050405020304" pitchFamily="18" charset="0"/>
              </a:rPr>
              <a:t>Parçacık Sürü Optimizasyonu (PSO). kuş sürülerinin veya balık sürülerinin yiyecek bulma gibi temel ihtiyaçlarını karşılarken gösterdikleri davranışların, sürüdeki diğer bireyleri etkileyerek sürünün amacına daha kolay ulaşmasına yardımcı olduğu gözlemlerine dayanır. Bu davranışlardan ilki, sürüdeki her bir parçacığın kendi geçmiş deneyimlerinden elde ettiği en iyi konuma yönelmesidir. İkinci davranış, sürüdeki yiyeceğe en yakın parçacığı takip etmektir. Üçüncü davranış ise parçacığın geniş alanı tarayabilmesini sağlayan geçmiş hız değerleridir. Bu davranışlar, </a:t>
            </a:r>
            <a:r>
              <a:rPr lang="tr-TR" sz="1800" dirty="0" err="1">
                <a:effectLst/>
                <a:latin typeface="Times New Roman" panose="02020603050405020304" pitchFamily="18" charset="0"/>
                <a:ea typeface="Times New Roman" panose="02020603050405020304" pitchFamily="18" charset="0"/>
              </a:rPr>
              <a:t>PSO'nun</a:t>
            </a:r>
            <a:r>
              <a:rPr lang="tr-TR" sz="1800" dirty="0">
                <a:effectLst/>
                <a:latin typeface="Times New Roman" panose="02020603050405020304" pitchFamily="18" charset="0"/>
                <a:ea typeface="Times New Roman" panose="02020603050405020304" pitchFamily="18" charset="0"/>
              </a:rPr>
              <a:t> temelini oluşturur </a:t>
            </a:r>
            <a:endParaRPr lang="tr-TR" dirty="0"/>
          </a:p>
        </p:txBody>
      </p:sp>
      <p:pic>
        <p:nvPicPr>
          <p:cNvPr id="4" name="Resim 3" descr="metin, diyagram, çizgi, plan içeren bir resim&#10;&#10;Açıklama otomatik olarak oluşturuldu">
            <a:extLst>
              <a:ext uri="{FF2B5EF4-FFF2-40B4-BE49-F238E27FC236}">
                <a16:creationId xmlns:a16="http://schemas.microsoft.com/office/drawing/2014/main" id="{0BA8F74F-D19C-0DF7-E5BC-549E903EE9FF}"/>
              </a:ext>
            </a:extLst>
          </p:cNvPr>
          <p:cNvPicPr>
            <a:picLocks noChangeAspect="1"/>
          </p:cNvPicPr>
          <p:nvPr/>
        </p:nvPicPr>
        <p:blipFill rotWithShape="1">
          <a:blip r:embed="rId2"/>
          <a:srcRect l="14990" t="2974" r="5806" b="1828"/>
          <a:stretch/>
        </p:blipFill>
        <p:spPr bwMode="auto">
          <a:xfrm>
            <a:off x="2964814" y="2895600"/>
            <a:ext cx="5835503" cy="373380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9510821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E4135B6-6A21-3388-EFAF-0D9253EB324B}"/>
              </a:ext>
            </a:extLst>
          </p:cNvPr>
          <p:cNvSpPr>
            <a:spLocks noGrp="1"/>
          </p:cNvSpPr>
          <p:nvPr>
            <p:ph type="title"/>
          </p:nvPr>
        </p:nvSpPr>
        <p:spPr>
          <a:xfrm>
            <a:off x="746760" y="131445"/>
            <a:ext cx="10515600" cy="1325563"/>
          </a:xfrm>
        </p:spPr>
        <p:txBody>
          <a:bodyPr/>
          <a:lstStyle/>
          <a:p>
            <a:r>
              <a:rPr lang="tr-TR" b="1" dirty="0">
                <a:effectLst>
                  <a:outerShdw blurRad="38100" dist="38100" dir="2700000" algn="tl">
                    <a:srgbClr val="000000">
                      <a:alpha val="43137"/>
                    </a:srgbClr>
                  </a:outerShdw>
                </a:effectLst>
              </a:rPr>
              <a:t>PSO-Temel bileşenler</a:t>
            </a:r>
          </a:p>
        </p:txBody>
      </p:sp>
      <p:sp>
        <p:nvSpPr>
          <p:cNvPr id="3" name="İçerik Yer Tutucusu 2">
            <a:extLst>
              <a:ext uri="{FF2B5EF4-FFF2-40B4-BE49-F238E27FC236}">
                <a16:creationId xmlns:a16="http://schemas.microsoft.com/office/drawing/2014/main" id="{CAD2741C-CDCF-3E37-FA1F-081FFA9AEE8C}"/>
              </a:ext>
            </a:extLst>
          </p:cNvPr>
          <p:cNvSpPr>
            <a:spLocks noGrp="1"/>
          </p:cNvSpPr>
          <p:nvPr>
            <p:ph idx="1"/>
          </p:nvPr>
        </p:nvSpPr>
        <p:spPr>
          <a:xfrm>
            <a:off x="838200" y="1168400"/>
            <a:ext cx="11059160" cy="5558155"/>
          </a:xfrm>
        </p:spPr>
        <p:txBody>
          <a:bodyPr>
            <a:normAutofit fontScale="92500" lnSpcReduction="20000"/>
          </a:bodyPr>
          <a:lstStyle/>
          <a:p>
            <a:pPr algn="l">
              <a:buFont typeface="+mj-lt"/>
              <a:buAutoNum type="arabicPeriod"/>
            </a:pPr>
            <a:r>
              <a:rPr lang="tr-TR" b="1" i="0" dirty="0">
                <a:solidFill>
                  <a:srgbClr val="0D0D0D"/>
                </a:solidFill>
                <a:effectLst/>
                <a:highlight>
                  <a:srgbClr val="FFFFFF"/>
                </a:highlight>
                <a:latin typeface="ui-sans-serif"/>
              </a:rPr>
              <a:t>Parçacıklar</a:t>
            </a:r>
            <a:r>
              <a:rPr lang="tr-TR" b="0" i="0" dirty="0">
                <a:solidFill>
                  <a:srgbClr val="0D0D0D"/>
                </a:solidFill>
                <a:effectLst/>
                <a:highlight>
                  <a:srgbClr val="FFFFFF"/>
                </a:highlight>
                <a:latin typeface="ui-sans-serif"/>
              </a:rPr>
              <a:t>:</a:t>
            </a:r>
          </a:p>
          <a:p>
            <a:pPr marL="457200" lvl="1" indent="0" algn="l">
              <a:buNone/>
            </a:pPr>
            <a:r>
              <a:rPr lang="tr-TR" b="0" i="0" dirty="0">
                <a:solidFill>
                  <a:srgbClr val="0D0D0D"/>
                </a:solidFill>
                <a:effectLst/>
                <a:highlight>
                  <a:srgbClr val="FFFFFF"/>
                </a:highlight>
                <a:latin typeface="ui-sans-serif"/>
              </a:rPr>
              <a:t>Her bir parçacık, arama uzayında bir potansiyel çözümü temsil eder. Parçacıklar, konum ve hız bilgisine sahiptir.</a:t>
            </a:r>
          </a:p>
          <a:p>
            <a:pPr algn="l">
              <a:buFont typeface="+mj-lt"/>
              <a:buAutoNum type="arabicPeriod"/>
            </a:pPr>
            <a:r>
              <a:rPr lang="tr-TR" b="1" i="0" dirty="0">
                <a:solidFill>
                  <a:srgbClr val="0D0D0D"/>
                </a:solidFill>
                <a:effectLst/>
                <a:highlight>
                  <a:srgbClr val="FFFFFF"/>
                </a:highlight>
                <a:latin typeface="ui-sans-serif"/>
              </a:rPr>
              <a:t>Sürü</a:t>
            </a:r>
            <a:r>
              <a:rPr lang="tr-TR" b="0" i="0" dirty="0">
                <a:solidFill>
                  <a:srgbClr val="0D0D0D"/>
                </a:solidFill>
                <a:effectLst/>
                <a:highlight>
                  <a:srgbClr val="FFFFFF"/>
                </a:highlight>
                <a:latin typeface="ui-sans-serif"/>
              </a:rPr>
              <a:t>:</a:t>
            </a:r>
          </a:p>
          <a:p>
            <a:pPr marL="457200" lvl="1" indent="0" algn="l">
              <a:buNone/>
            </a:pPr>
            <a:r>
              <a:rPr lang="tr-TR" b="0" i="0" dirty="0">
                <a:solidFill>
                  <a:srgbClr val="0D0D0D"/>
                </a:solidFill>
                <a:effectLst/>
                <a:highlight>
                  <a:srgbClr val="FFFFFF"/>
                </a:highlight>
                <a:latin typeface="ui-sans-serif"/>
              </a:rPr>
              <a:t>Parçacıkların oluşturduğu topluluktur. Parçacıklar birbirleriyle etkileşim halindedir ve bilgilerini paylaşırlar.</a:t>
            </a:r>
          </a:p>
          <a:p>
            <a:pPr algn="l">
              <a:buFont typeface="+mj-lt"/>
              <a:buAutoNum type="arabicPeriod"/>
            </a:pPr>
            <a:r>
              <a:rPr lang="tr-TR" b="1" i="0" dirty="0">
                <a:solidFill>
                  <a:srgbClr val="0D0D0D"/>
                </a:solidFill>
                <a:effectLst/>
                <a:highlight>
                  <a:srgbClr val="FFFFFF"/>
                </a:highlight>
                <a:latin typeface="ui-sans-serif"/>
              </a:rPr>
              <a:t>Konum ve Hız</a:t>
            </a:r>
            <a:r>
              <a:rPr lang="tr-TR" b="0" i="0" dirty="0">
                <a:solidFill>
                  <a:srgbClr val="0D0D0D"/>
                </a:solidFill>
                <a:effectLst/>
                <a:highlight>
                  <a:srgbClr val="FFFFFF"/>
                </a:highlight>
                <a:latin typeface="ui-sans-serif"/>
              </a:rPr>
              <a:t>:</a:t>
            </a:r>
          </a:p>
          <a:p>
            <a:pPr marL="457200" lvl="1" indent="0" algn="l">
              <a:buNone/>
            </a:pPr>
            <a:r>
              <a:rPr lang="tr-TR" b="0" i="0" dirty="0">
                <a:solidFill>
                  <a:srgbClr val="0D0D0D"/>
                </a:solidFill>
                <a:effectLst/>
                <a:highlight>
                  <a:srgbClr val="FFFFFF"/>
                </a:highlight>
                <a:latin typeface="ui-sans-serif"/>
              </a:rPr>
              <a:t>Her bir parçacığın konumu, çözüm uzayındaki bir noktayı temsil eder. Hız ise parçacığın bir sonraki adımda hangi yöne ve ne kadar hareket edeceğini belirler.</a:t>
            </a:r>
          </a:p>
          <a:p>
            <a:pPr algn="l">
              <a:buFont typeface="+mj-lt"/>
              <a:buAutoNum type="arabicPeriod"/>
            </a:pPr>
            <a:r>
              <a:rPr lang="tr-TR" b="1" i="0" dirty="0" err="1">
                <a:solidFill>
                  <a:srgbClr val="0D0D0D"/>
                </a:solidFill>
                <a:effectLst/>
                <a:highlight>
                  <a:srgbClr val="FFFFFF"/>
                </a:highlight>
                <a:latin typeface="ui-sans-serif"/>
              </a:rPr>
              <a:t>Fitness</a:t>
            </a:r>
            <a:r>
              <a:rPr lang="tr-TR" b="1" i="0" dirty="0">
                <a:solidFill>
                  <a:srgbClr val="0D0D0D"/>
                </a:solidFill>
                <a:effectLst/>
                <a:highlight>
                  <a:srgbClr val="FFFFFF"/>
                </a:highlight>
                <a:latin typeface="ui-sans-serif"/>
              </a:rPr>
              <a:t> Fonksiyonu</a:t>
            </a:r>
            <a:r>
              <a:rPr lang="tr-TR" b="0" i="0" dirty="0">
                <a:solidFill>
                  <a:srgbClr val="0D0D0D"/>
                </a:solidFill>
                <a:effectLst/>
                <a:highlight>
                  <a:srgbClr val="FFFFFF"/>
                </a:highlight>
                <a:latin typeface="ui-sans-serif"/>
              </a:rPr>
              <a:t>:</a:t>
            </a:r>
          </a:p>
          <a:p>
            <a:pPr marL="457200" lvl="1" indent="0" algn="l">
              <a:buNone/>
            </a:pPr>
            <a:r>
              <a:rPr lang="tr-TR" b="0" i="0" dirty="0">
                <a:solidFill>
                  <a:srgbClr val="0D0D0D"/>
                </a:solidFill>
                <a:effectLst/>
                <a:highlight>
                  <a:srgbClr val="FFFFFF"/>
                </a:highlight>
                <a:latin typeface="ui-sans-serif"/>
              </a:rPr>
              <a:t>Her parçacığın bulunduğu konumun ne kadar iyi bir çözüm olduğunu belirler. </a:t>
            </a:r>
            <a:r>
              <a:rPr lang="tr-TR" b="0" i="0" dirty="0" err="1">
                <a:solidFill>
                  <a:srgbClr val="0D0D0D"/>
                </a:solidFill>
                <a:effectLst/>
                <a:highlight>
                  <a:srgbClr val="FFFFFF"/>
                </a:highlight>
                <a:latin typeface="ui-sans-serif"/>
              </a:rPr>
              <a:t>Fitness</a:t>
            </a:r>
            <a:r>
              <a:rPr lang="tr-TR" b="0" i="0" dirty="0">
                <a:solidFill>
                  <a:srgbClr val="0D0D0D"/>
                </a:solidFill>
                <a:effectLst/>
                <a:highlight>
                  <a:srgbClr val="FFFFFF"/>
                </a:highlight>
                <a:latin typeface="ui-sans-serif"/>
              </a:rPr>
              <a:t> fonksiyonu, optimizasyon problemine göre belirlenir.</a:t>
            </a:r>
          </a:p>
          <a:p>
            <a:pPr algn="l">
              <a:buFont typeface="+mj-lt"/>
              <a:buAutoNum type="arabicPeriod"/>
            </a:pPr>
            <a:r>
              <a:rPr lang="tr-TR" b="1" i="0" dirty="0">
                <a:solidFill>
                  <a:srgbClr val="0D0D0D"/>
                </a:solidFill>
                <a:effectLst/>
                <a:highlight>
                  <a:srgbClr val="FFFFFF"/>
                </a:highlight>
                <a:latin typeface="ui-sans-serif"/>
              </a:rPr>
              <a:t>Kişisel En İyi (</a:t>
            </a:r>
            <a:r>
              <a:rPr lang="tr-TR" b="1" i="0" dirty="0" err="1">
                <a:solidFill>
                  <a:srgbClr val="0D0D0D"/>
                </a:solidFill>
                <a:effectLst/>
                <a:highlight>
                  <a:srgbClr val="FFFFFF"/>
                </a:highlight>
                <a:latin typeface="ui-sans-serif"/>
              </a:rPr>
              <a:t>pBest</a:t>
            </a:r>
            <a:r>
              <a:rPr lang="tr-TR" b="1" i="0" dirty="0">
                <a:solidFill>
                  <a:srgbClr val="0D0D0D"/>
                </a:solidFill>
                <a:effectLst/>
                <a:highlight>
                  <a:srgbClr val="FFFFFF"/>
                </a:highlight>
                <a:latin typeface="ui-sans-serif"/>
              </a:rPr>
              <a:t>)</a:t>
            </a:r>
            <a:r>
              <a:rPr lang="tr-TR" b="0" i="0" dirty="0">
                <a:solidFill>
                  <a:srgbClr val="0D0D0D"/>
                </a:solidFill>
                <a:effectLst/>
                <a:highlight>
                  <a:srgbClr val="FFFFFF"/>
                </a:highlight>
                <a:latin typeface="ui-sans-serif"/>
              </a:rPr>
              <a:t>:</a:t>
            </a:r>
          </a:p>
          <a:p>
            <a:pPr marL="457200" lvl="1" indent="0" algn="l">
              <a:buNone/>
            </a:pPr>
            <a:r>
              <a:rPr lang="tr-TR" b="0" i="0" dirty="0">
                <a:solidFill>
                  <a:srgbClr val="0D0D0D"/>
                </a:solidFill>
                <a:effectLst/>
                <a:highlight>
                  <a:srgbClr val="FFFFFF"/>
                </a:highlight>
                <a:latin typeface="ui-sans-serif"/>
              </a:rPr>
              <a:t>Her parçacığın şimdiye kadar bulunduğu en iyi konumdur.</a:t>
            </a:r>
          </a:p>
          <a:p>
            <a:pPr algn="l">
              <a:buFont typeface="+mj-lt"/>
              <a:buAutoNum type="arabicPeriod"/>
            </a:pPr>
            <a:r>
              <a:rPr lang="tr-TR" b="1" i="0" dirty="0">
                <a:solidFill>
                  <a:srgbClr val="0D0D0D"/>
                </a:solidFill>
                <a:effectLst/>
                <a:highlight>
                  <a:srgbClr val="FFFFFF"/>
                </a:highlight>
                <a:latin typeface="ui-sans-serif"/>
              </a:rPr>
              <a:t>Küresel En İyi (</a:t>
            </a:r>
            <a:r>
              <a:rPr lang="tr-TR" b="1" i="0" dirty="0" err="1">
                <a:solidFill>
                  <a:srgbClr val="0D0D0D"/>
                </a:solidFill>
                <a:effectLst/>
                <a:highlight>
                  <a:srgbClr val="FFFFFF"/>
                </a:highlight>
                <a:latin typeface="ui-sans-serif"/>
              </a:rPr>
              <a:t>gBest</a:t>
            </a:r>
            <a:r>
              <a:rPr lang="tr-TR" b="1" i="0" dirty="0">
                <a:solidFill>
                  <a:srgbClr val="0D0D0D"/>
                </a:solidFill>
                <a:effectLst/>
                <a:highlight>
                  <a:srgbClr val="FFFFFF"/>
                </a:highlight>
                <a:latin typeface="ui-sans-serif"/>
              </a:rPr>
              <a:t>)</a:t>
            </a:r>
            <a:r>
              <a:rPr lang="tr-TR" b="0" i="0" dirty="0">
                <a:solidFill>
                  <a:srgbClr val="0D0D0D"/>
                </a:solidFill>
                <a:effectLst/>
                <a:highlight>
                  <a:srgbClr val="FFFFFF"/>
                </a:highlight>
                <a:latin typeface="ui-sans-serif"/>
              </a:rPr>
              <a:t>:</a:t>
            </a:r>
          </a:p>
          <a:p>
            <a:pPr marL="457200" lvl="1" indent="0" algn="l">
              <a:buNone/>
            </a:pPr>
            <a:r>
              <a:rPr lang="tr-TR" b="0" i="0" dirty="0">
                <a:solidFill>
                  <a:srgbClr val="0D0D0D"/>
                </a:solidFill>
                <a:effectLst/>
                <a:highlight>
                  <a:srgbClr val="FFFFFF"/>
                </a:highlight>
                <a:latin typeface="ui-sans-serif"/>
              </a:rPr>
              <a:t>Tüm parçacıkların şimdiye kadar bulunduğu en iyi konumdur.</a:t>
            </a:r>
          </a:p>
          <a:p>
            <a:endParaRPr lang="tr-TR" dirty="0"/>
          </a:p>
        </p:txBody>
      </p:sp>
    </p:spTree>
    <p:extLst>
      <p:ext uri="{BB962C8B-B14F-4D97-AF65-F5344CB8AC3E}">
        <p14:creationId xmlns:p14="http://schemas.microsoft.com/office/powerpoint/2010/main" val="9580002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902D2-EB27-4DC4-80F2-912D5D150A1C}"/>
              </a:ext>
            </a:extLst>
          </p:cNvPr>
          <p:cNvSpPr>
            <a:spLocks noGrp="1"/>
          </p:cNvSpPr>
          <p:nvPr>
            <p:ph type="title"/>
          </p:nvPr>
        </p:nvSpPr>
        <p:spPr>
          <a:xfrm>
            <a:off x="155294" y="168356"/>
            <a:ext cx="8409972" cy="699746"/>
          </a:xfrm>
        </p:spPr>
        <p:txBody>
          <a:bodyPr/>
          <a:lstStyle/>
          <a:p>
            <a:r>
              <a:rPr lang="tr-TR" b="1" dirty="0">
                <a:effectLst>
                  <a:outerShdw blurRad="38100" dist="38100" dir="2700000" algn="tl">
                    <a:srgbClr val="000000">
                      <a:alpha val="43137"/>
                    </a:srgbClr>
                  </a:outerShdw>
                </a:effectLst>
              </a:rPr>
              <a:t>Kontrolcü tasarımı</a:t>
            </a:r>
          </a:p>
        </p:txBody>
      </p:sp>
      <p:sp>
        <p:nvSpPr>
          <p:cNvPr id="3" name="Content Placeholder 2">
            <a:extLst>
              <a:ext uri="{FF2B5EF4-FFF2-40B4-BE49-F238E27FC236}">
                <a16:creationId xmlns:a16="http://schemas.microsoft.com/office/drawing/2014/main" id="{17C0C412-66CF-4555-B81C-F8FFF7CF5040}"/>
              </a:ext>
            </a:extLst>
          </p:cNvPr>
          <p:cNvSpPr>
            <a:spLocks noGrp="1"/>
          </p:cNvSpPr>
          <p:nvPr>
            <p:ph idx="1"/>
          </p:nvPr>
        </p:nvSpPr>
        <p:spPr>
          <a:xfrm>
            <a:off x="271040" y="1253331"/>
            <a:ext cx="10515600" cy="4351338"/>
          </a:xfrm>
        </p:spPr>
        <p:txBody>
          <a:bodyPr/>
          <a:lstStyle/>
          <a:p>
            <a:r>
              <a:rPr lang="tr-TR" dirty="0"/>
              <a:t>Çalışmamızda üç ayrı kontrolcü tasarlanmıştır. </a:t>
            </a:r>
          </a:p>
          <a:p>
            <a:endParaRPr lang="tr-TR" dirty="0"/>
          </a:p>
          <a:p>
            <a:pPr marL="514350" indent="-514350">
              <a:buFont typeface="+mj-lt"/>
              <a:buAutoNum type="arabicPeriod"/>
            </a:pPr>
            <a:r>
              <a:rPr lang="tr-TR" dirty="0"/>
              <a:t>LQR </a:t>
            </a:r>
          </a:p>
          <a:p>
            <a:pPr marL="514350" indent="-514350">
              <a:buFont typeface="+mj-lt"/>
              <a:buAutoNum type="arabicPeriod"/>
            </a:pPr>
            <a:r>
              <a:rPr lang="tr-TR" dirty="0"/>
              <a:t>Optimal PID </a:t>
            </a:r>
          </a:p>
          <a:p>
            <a:r>
              <a:rPr lang="tr-TR" dirty="0"/>
              <a:t> </a:t>
            </a:r>
            <a:r>
              <a:rPr lang="tr-TR" sz="2000" dirty="0"/>
              <a:t>Genetik algoritma tabanlı kontrolcü</a:t>
            </a:r>
          </a:p>
          <a:p>
            <a:pPr marL="514350" indent="-514350">
              <a:buAutoNum type="arabicPeriod" startAt="3"/>
            </a:pPr>
            <a:r>
              <a:rPr lang="tr-TR" dirty="0"/>
              <a:t>Optimal LQR </a:t>
            </a:r>
          </a:p>
          <a:p>
            <a:pPr>
              <a:buFont typeface="Wingdings" panose="05000000000000000000" pitchFamily="2" charset="2"/>
              <a:buChar char="Ø"/>
            </a:pPr>
            <a:r>
              <a:rPr lang="tr-TR" sz="2000" dirty="0"/>
              <a:t>Parçacık sürü optimizasyonu ve genetik algoritma </a:t>
            </a:r>
          </a:p>
          <a:p>
            <a:pPr marL="0" indent="0">
              <a:buNone/>
            </a:pPr>
            <a:r>
              <a:rPr lang="tr-TR" sz="2000" dirty="0"/>
              <a:t>tabanlı hibrit kontrolcü</a:t>
            </a:r>
          </a:p>
        </p:txBody>
      </p:sp>
      <p:pic>
        <p:nvPicPr>
          <p:cNvPr id="4" name="Resim 3" descr="metin, yazı tipi, ekran görüntüsü, tasarım içeren bir resim&#10;&#10;Açıklama otomatik olarak oluşturuldu">
            <a:extLst>
              <a:ext uri="{FF2B5EF4-FFF2-40B4-BE49-F238E27FC236}">
                <a16:creationId xmlns:a16="http://schemas.microsoft.com/office/drawing/2014/main" id="{181E9571-7DFF-DFD8-0929-5E402EEB29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14800" y="3890135"/>
            <a:ext cx="3698348" cy="2216339"/>
          </a:xfrm>
          <a:prstGeom prst="rect">
            <a:avLst/>
          </a:prstGeom>
        </p:spPr>
      </p:pic>
      <p:pic>
        <p:nvPicPr>
          <p:cNvPr id="5" name="İçerik Yer Tutucusu 3" descr="metin, ekran görüntüsü, çizgi, yazı tipi içeren bir resim&#10;&#10;Açıklama otomatik olarak oluşturuldu">
            <a:extLst>
              <a:ext uri="{FF2B5EF4-FFF2-40B4-BE49-F238E27FC236}">
                <a16:creationId xmlns:a16="http://schemas.microsoft.com/office/drawing/2014/main" id="{D1D42662-B70B-A43E-A75F-B0C53398DCA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871840" y="792480"/>
            <a:ext cx="3169920" cy="2636520"/>
          </a:xfrm>
          <a:prstGeom prst="rect">
            <a:avLst/>
          </a:prstGeom>
          <a:noFill/>
          <a:ln>
            <a:noFill/>
          </a:ln>
        </p:spPr>
      </p:pic>
    </p:spTree>
    <p:extLst>
      <p:ext uri="{BB962C8B-B14F-4D97-AF65-F5344CB8AC3E}">
        <p14:creationId xmlns:p14="http://schemas.microsoft.com/office/powerpoint/2010/main" val="5415121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B01FEE9-6476-DBD9-BA42-37FF632EC9E8}"/>
              </a:ext>
            </a:extLst>
          </p:cNvPr>
          <p:cNvSpPr>
            <a:spLocks noGrp="1"/>
          </p:cNvSpPr>
          <p:nvPr>
            <p:ph type="title"/>
          </p:nvPr>
        </p:nvSpPr>
        <p:spPr>
          <a:xfrm>
            <a:off x="190018" y="138897"/>
            <a:ext cx="10515600" cy="880460"/>
          </a:xfrm>
        </p:spPr>
        <p:txBody>
          <a:bodyPr/>
          <a:lstStyle/>
          <a:p>
            <a:pPr algn="ctr"/>
            <a:r>
              <a:rPr lang="tr-TR" b="1" dirty="0">
                <a:effectLst>
                  <a:outerShdw blurRad="38100" dist="38100" dir="2700000" algn="tl">
                    <a:srgbClr val="000000">
                      <a:alpha val="43137"/>
                    </a:srgbClr>
                  </a:outerShdw>
                </a:effectLst>
              </a:rPr>
              <a:t>Kontrolcü tasarımı-LQR</a:t>
            </a:r>
            <a:endParaRPr lang="tr-TR" dirty="0"/>
          </a:p>
        </p:txBody>
      </p:sp>
      <mc:AlternateContent xmlns:mc="http://schemas.openxmlformats.org/markup-compatibility/2006" xmlns:a14="http://schemas.microsoft.com/office/drawing/2010/main">
        <mc:Choice Requires="a14">
          <p:sp>
            <p:nvSpPr>
              <p:cNvPr id="3" name="İçerik Yer Tutucusu 2">
                <a:extLst>
                  <a:ext uri="{FF2B5EF4-FFF2-40B4-BE49-F238E27FC236}">
                    <a16:creationId xmlns:a16="http://schemas.microsoft.com/office/drawing/2014/main" id="{DDD5DA14-EA9E-A8B0-8432-946D92BD3AB3}"/>
                  </a:ext>
                </a:extLst>
              </p:cNvPr>
              <p:cNvSpPr>
                <a:spLocks noGrp="1"/>
              </p:cNvSpPr>
              <p:nvPr>
                <p:ph idx="1"/>
              </p:nvPr>
            </p:nvSpPr>
            <p:spPr>
              <a:xfrm>
                <a:off x="687730" y="1397362"/>
                <a:ext cx="10515600" cy="4351338"/>
              </a:xfrm>
            </p:spPr>
            <p:txBody>
              <a:bodyPr/>
              <a:lstStyle/>
              <a:p>
                <a:pPr algn="l">
                  <a:lnSpc>
                    <a:spcPct val="150000"/>
                  </a:lnSpc>
                </a:pPr>
                <a:r>
                  <a:rPr lang="tr-TR" sz="1800" dirty="0">
                    <a:effectLst/>
                    <a:latin typeface="Times New Roman" panose="02020603050405020304" pitchFamily="18" charset="0"/>
                    <a:ea typeface="Arial" panose="020B0604020202020204" pitchFamily="34" charset="0"/>
                  </a:rPr>
                  <a:t>Kontrol kazancı </a:t>
                </a:r>
                <a:r>
                  <a:rPr lang="tr-TR" sz="1800" dirty="0" err="1">
                    <a:effectLst/>
                    <a:latin typeface="Times New Roman" panose="02020603050405020304" pitchFamily="18" charset="0"/>
                    <a:ea typeface="Arial" panose="020B0604020202020204" pitchFamily="34" charset="0"/>
                  </a:rPr>
                  <a:t>K'nın</a:t>
                </a:r>
                <a:r>
                  <a:rPr lang="tr-TR" sz="1800" dirty="0">
                    <a:effectLst/>
                    <a:latin typeface="Times New Roman" panose="02020603050405020304" pitchFamily="18" charset="0"/>
                    <a:ea typeface="Arial" panose="020B0604020202020204" pitchFamily="34" charset="0"/>
                  </a:rPr>
                  <a:t> belirlenmesi için sistematik bir yol sağlayan popüler bir durum geribeslemeli kontrol türü, LQR (</a:t>
                </a:r>
                <a:r>
                  <a:rPr lang="tr-TR" sz="1800" dirty="0" err="1">
                    <a:effectLst/>
                    <a:latin typeface="Times New Roman" panose="02020603050405020304" pitchFamily="18" charset="0"/>
                    <a:ea typeface="Arial" panose="020B0604020202020204" pitchFamily="34" charset="0"/>
                  </a:rPr>
                  <a:t>Linear</a:t>
                </a:r>
                <a:r>
                  <a:rPr lang="tr-TR" sz="1800" dirty="0">
                    <a:effectLst/>
                    <a:latin typeface="Times New Roman" panose="02020603050405020304" pitchFamily="18" charset="0"/>
                    <a:ea typeface="Arial" panose="020B0604020202020204" pitchFamily="34" charset="0"/>
                  </a:rPr>
                  <a:t> </a:t>
                </a:r>
                <a:r>
                  <a:rPr lang="tr-TR" sz="1800" dirty="0" err="1">
                    <a:effectLst/>
                    <a:latin typeface="Times New Roman" panose="02020603050405020304" pitchFamily="18" charset="0"/>
                    <a:ea typeface="Arial" panose="020B0604020202020204" pitchFamily="34" charset="0"/>
                  </a:rPr>
                  <a:t>Quadratic</a:t>
                </a:r>
                <a:r>
                  <a:rPr lang="tr-TR" sz="1800" dirty="0">
                    <a:effectLst/>
                    <a:latin typeface="Times New Roman" panose="02020603050405020304" pitchFamily="18" charset="0"/>
                    <a:ea typeface="Arial" panose="020B0604020202020204" pitchFamily="34" charset="0"/>
                  </a:rPr>
                  <a:t> </a:t>
                </a:r>
                <a:r>
                  <a:rPr lang="tr-TR" sz="1800" dirty="0" err="1">
                    <a:effectLst/>
                    <a:latin typeface="Times New Roman" panose="02020603050405020304" pitchFamily="18" charset="0"/>
                    <a:ea typeface="Arial" panose="020B0604020202020204" pitchFamily="34" charset="0"/>
                  </a:rPr>
                  <a:t>Regulator</a:t>
                </a:r>
                <a:r>
                  <a:rPr lang="tr-TR" sz="1800" dirty="0">
                    <a:effectLst/>
                    <a:latin typeface="Times New Roman" panose="02020603050405020304" pitchFamily="18" charset="0"/>
                    <a:ea typeface="Arial" panose="020B0604020202020204" pitchFamily="34" charset="0"/>
                  </a:rPr>
                  <a:t>) denetleyicisidir.</a:t>
                </a:r>
              </a:p>
              <a:p>
                <a:r>
                  <a:rPr lang="tr-TR" sz="1800" dirty="0">
                    <a:effectLst/>
                    <a:latin typeface="Times New Roman" panose="02020603050405020304" pitchFamily="18" charset="0"/>
                    <a:ea typeface="Times New Roman" panose="02020603050405020304" pitchFamily="18" charset="0"/>
                  </a:rPr>
                  <a:t> LQR yaklaşımı, aktif süspansiyon sistemi için denetleyici tasarımında kullanılacak olup doğrusal MIMO (Çoklu Girişli, Çoklu Çıkışlı) sabit zamanlı sistemler için klasik kontrol seçeneklerinden biridir.</a:t>
                </a:r>
              </a:p>
              <a:p>
                <a:pPr marL="0" indent="0" algn="ctr">
                  <a:buNone/>
                </a:pPr>
                <a:endParaRPr lang="tr-TR" sz="1800" dirty="0">
                  <a:latin typeface="Times New Roman" panose="02020603050405020304" pitchFamily="18" charset="0"/>
                </a:endParaRPr>
              </a:p>
              <a:p>
                <a:pPr marL="0" indent="0">
                  <a:buNone/>
                </a:pPr>
                <a:r>
                  <a:rPr lang="tr-TR" sz="1800" dirty="0">
                    <a:ea typeface="Times New Roman" panose="02020603050405020304" pitchFamily="18" charset="0"/>
                    <a:cs typeface="Times New Roman" panose="02020603050405020304" pitchFamily="18" charset="0"/>
                  </a:rPr>
                  <a:t>                          Maliyet fonksiyonu</a:t>
                </a:r>
                <a:r>
                  <a:rPr lang="tr-TR" sz="1800" dirty="0">
                    <a:effectLst/>
                    <a:ea typeface="Times New Roman" panose="02020603050405020304" pitchFamily="18" charset="0"/>
                    <a:cs typeface="Times New Roman" panose="02020603050405020304" pitchFamily="18" charset="0"/>
                  </a:rPr>
                  <a:t>          </a:t>
                </a:r>
                <a14:m>
                  <m:oMath xmlns:m="http://schemas.openxmlformats.org/officeDocument/2006/math">
                    <m:r>
                      <a:rPr lang="tr-TR" sz="1800" i="1" smtClean="0">
                        <a:effectLst/>
                        <a:latin typeface="Cambria Math" panose="02040503050406030204" pitchFamily="18" charset="0"/>
                        <a:ea typeface="Times New Roman" panose="02020603050405020304" pitchFamily="18" charset="0"/>
                        <a:cs typeface="Times New Roman" panose="02020603050405020304" pitchFamily="18" charset="0"/>
                      </a:rPr>
                      <m:t>𝐽</m:t>
                    </m:r>
                    <m:r>
                      <a:rPr lang="tr-TR" sz="1800" i="1" smtClean="0">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tr-TR" sz="1800" i="1">
                            <a:effectLst/>
                            <a:latin typeface="Cambria Math" panose="02040503050406030204" pitchFamily="18" charset="0"/>
                          </a:rPr>
                        </m:ctrlPr>
                      </m:fPr>
                      <m:num>
                        <m:r>
                          <a:rPr lang="tr-TR" sz="1800" i="1">
                            <a:effectLst/>
                            <a:latin typeface="Cambria Math" panose="02040503050406030204" pitchFamily="18" charset="0"/>
                            <a:ea typeface="Times New Roman" panose="02020603050405020304" pitchFamily="18" charset="0"/>
                            <a:cs typeface="Times New Roman" panose="02020603050405020304" pitchFamily="18" charset="0"/>
                          </a:rPr>
                          <m:t>1</m:t>
                        </m:r>
                      </m:num>
                      <m:den>
                        <m:r>
                          <a:rPr lang="tr-TR" sz="1800" b="0"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tr-TR" sz="1800" i="1">
                            <a:effectLst/>
                            <a:latin typeface="Cambria Math" panose="02040503050406030204" pitchFamily="18" charset="0"/>
                            <a:ea typeface="Times New Roman" panose="02020603050405020304" pitchFamily="18" charset="0"/>
                            <a:cs typeface="Times New Roman" panose="02020603050405020304" pitchFamily="18" charset="0"/>
                          </a:rPr>
                          <m:t>2</m:t>
                        </m:r>
                      </m:den>
                    </m:f>
                    <m:nary>
                      <m:naryPr>
                        <m:limLoc m:val="subSup"/>
                        <m:ctrlPr>
                          <a:rPr lang="tr-TR" sz="1800" i="1">
                            <a:effectLst/>
                            <a:latin typeface="Cambria Math" panose="02040503050406030204" pitchFamily="18" charset="0"/>
                          </a:rPr>
                        </m:ctrlPr>
                      </m:naryPr>
                      <m:sub>
                        <m:r>
                          <a:rPr lang="tr-TR" sz="1800" i="1">
                            <a:effectLst/>
                            <a:latin typeface="Cambria Math" panose="02040503050406030204" pitchFamily="18" charset="0"/>
                            <a:ea typeface="Times New Roman" panose="02020603050405020304" pitchFamily="18" charset="0"/>
                            <a:cs typeface="Times New Roman" panose="02020603050405020304" pitchFamily="18" charset="0"/>
                          </a:rPr>
                          <m:t>0</m:t>
                        </m:r>
                      </m:sub>
                      <m:sup>
                        <m:r>
                          <a:rPr lang="tr-TR" sz="1800" i="1">
                            <a:effectLst/>
                            <a:latin typeface="Cambria Math" panose="02040503050406030204" pitchFamily="18" charset="0"/>
                            <a:ea typeface="Times New Roman" panose="02020603050405020304" pitchFamily="18" charset="0"/>
                            <a:cs typeface="Times New Roman" panose="02020603050405020304" pitchFamily="18" charset="0"/>
                          </a:rPr>
                          <m:t>𝑡</m:t>
                        </m:r>
                      </m:sup>
                      <m:e>
                        <m:r>
                          <a:rPr lang="tr-TR" sz="1800" i="1">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tr-TR" sz="1800" i="1">
                                <a:effectLst/>
                                <a:latin typeface="Cambria Math" panose="02040503050406030204" pitchFamily="18" charset="0"/>
                              </a:rPr>
                            </m:ctrlPr>
                          </m:sSupPr>
                          <m:e>
                            <m:r>
                              <a:rPr lang="tr-TR" sz="1800" i="1">
                                <a:effectLst/>
                                <a:latin typeface="Cambria Math" panose="02040503050406030204" pitchFamily="18" charset="0"/>
                                <a:ea typeface="Times New Roman" panose="02020603050405020304" pitchFamily="18" charset="0"/>
                                <a:cs typeface="Times New Roman" panose="02020603050405020304" pitchFamily="18" charset="0"/>
                              </a:rPr>
                              <m:t>𝑥</m:t>
                            </m:r>
                          </m:e>
                          <m:sup>
                            <m:r>
                              <a:rPr lang="tr-TR" sz="1800" i="1">
                                <a:effectLst/>
                                <a:latin typeface="Cambria Math" panose="02040503050406030204" pitchFamily="18" charset="0"/>
                                <a:ea typeface="Times New Roman" panose="02020603050405020304" pitchFamily="18" charset="0"/>
                                <a:cs typeface="Times New Roman" panose="02020603050405020304" pitchFamily="18" charset="0"/>
                              </a:rPr>
                              <m:t>𝑇</m:t>
                            </m:r>
                          </m:sup>
                        </m:sSup>
                        <m:r>
                          <a:rPr lang="tr-TR" sz="1800" i="1">
                            <a:effectLst/>
                            <a:latin typeface="Cambria Math" panose="02040503050406030204" pitchFamily="18" charset="0"/>
                            <a:ea typeface="Times New Roman" panose="02020603050405020304" pitchFamily="18" charset="0"/>
                            <a:cs typeface="Times New Roman" panose="02020603050405020304" pitchFamily="18" charset="0"/>
                          </a:rPr>
                          <m:t>𝑄𝑥</m:t>
                        </m:r>
                        <m:r>
                          <a:rPr lang="tr-TR" sz="1800" i="1">
                            <a:effectLst/>
                            <a:latin typeface="Cambria Math" panose="02040503050406030204" pitchFamily="18" charset="0"/>
                            <a:ea typeface="Times New Roman" panose="02020603050405020304" pitchFamily="18" charset="0"/>
                            <a:cs typeface="Times New Roman" panose="02020603050405020304" pitchFamily="18" charset="0"/>
                          </a:rPr>
                          <m:t> + </m:t>
                        </m:r>
                        <m:sSup>
                          <m:sSupPr>
                            <m:ctrlPr>
                              <a:rPr lang="tr-TR" sz="1800" i="1">
                                <a:effectLst/>
                                <a:latin typeface="Cambria Math" panose="02040503050406030204" pitchFamily="18" charset="0"/>
                              </a:rPr>
                            </m:ctrlPr>
                          </m:sSupPr>
                          <m:e>
                            <m:r>
                              <a:rPr lang="tr-TR" sz="1800" i="1">
                                <a:effectLst/>
                                <a:latin typeface="Cambria Math" panose="02040503050406030204" pitchFamily="18" charset="0"/>
                                <a:ea typeface="Times New Roman" panose="02020603050405020304" pitchFamily="18" charset="0"/>
                                <a:cs typeface="Times New Roman" panose="02020603050405020304" pitchFamily="18" charset="0"/>
                              </a:rPr>
                              <m:t>𝑢</m:t>
                            </m:r>
                          </m:e>
                          <m:sup>
                            <m:r>
                              <a:rPr lang="tr-TR" sz="1800" i="1">
                                <a:effectLst/>
                                <a:latin typeface="Cambria Math" panose="02040503050406030204" pitchFamily="18" charset="0"/>
                                <a:ea typeface="Times New Roman" panose="02020603050405020304" pitchFamily="18" charset="0"/>
                                <a:cs typeface="Times New Roman" panose="02020603050405020304" pitchFamily="18" charset="0"/>
                              </a:rPr>
                              <m:t>𝑇</m:t>
                            </m:r>
                          </m:sup>
                        </m:sSup>
                        <m:r>
                          <a:rPr lang="tr-TR" sz="1800" i="1">
                            <a:effectLst/>
                            <a:latin typeface="Cambria Math" panose="02040503050406030204" pitchFamily="18" charset="0"/>
                            <a:ea typeface="Times New Roman" panose="02020603050405020304" pitchFamily="18" charset="0"/>
                            <a:cs typeface="Times New Roman" panose="02020603050405020304" pitchFamily="18" charset="0"/>
                          </a:rPr>
                          <m:t>𝑅𝑢</m:t>
                        </m:r>
                        <m:r>
                          <a:rPr lang="tr-TR" sz="1800" i="1">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a:effectLst/>
                            <a:latin typeface="Cambria Math" panose="02040503050406030204" pitchFamily="18" charset="0"/>
                            <a:ea typeface="Times New Roman" panose="02020603050405020304" pitchFamily="18" charset="0"/>
                            <a:cs typeface="Times New Roman" panose="02020603050405020304" pitchFamily="18" charset="0"/>
                          </a:rPr>
                          <m:t>𝑑𝑡</m:t>
                        </m:r>
                      </m:e>
                    </m:nary>
                  </m:oMath>
                </a14:m>
                <a:r>
                  <a:rPr lang="tr-TR" dirty="0"/>
                  <a:t>                             </a:t>
                </a:r>
                <a:r>
                  <a:rPr lang="tr-TR" sz="2000" dirty="0"/>
                  <a:t>(3)</a:t>
                </a:r>
              </a:p>
              <a:p>
                <a:pPr marL="0" indent="0">
                  <a:buNone/>
                </a:pPr>
                <a:r>
                  <a:rPr lang="tr-TR" sz="1800" dirty="0">
                    <a:effectLst/>
                    <a:latin typeface="Times New Roman" panose="02020603050405020304" pitchFamily="18" charset="0"/>
                    <a:ea typeface="Arial" panose="020B0604020202020204" pitchFamily="34" charset="0"/>
                  </a:rPr>
                  <a:t>LQR tasarımında optimum değerlere sahip K kazanç vektörünü elde etmek için (4) ve (5) </a:t>
                </a:r>
                <a:r>
                  <a:rPr lang="tr-TR" sz="1800" dirty="0" err="1">
                    <a:effectLst/>
                    <a:latin typeface="Times New Roman" panose="02020603050405020304" pitchFamily="18" charset="0"/>
                    <a:ea typeface="Arial" panose="020B0604020202020204" pitchFamily="34" charset="0"/>
                  </a:rPr>
                  <a:t>Riccati</a:t>
                </a:r>
                <a:r>
                  <a:rPr lang="tr-TR" sz="1800" dirty="0">
                    <a:effectLst/>
                    <a:latin typeface="Times New Roman" panose="02020603050405020304" pitchFamily="18" charset="0"/>
                    <a:ea typeface="Arial" panose="020B0604020202020204" pitchFamily="34" charset="0"/>
                  </a:rPr>
                  <a:t> denkleminden yararlanılır.</a:t>
                </a:r>
              </a:p>
              <a:p>
                <a:pPr marL="0" indent="0" algn="ctr">
                  <a:buNone/>
                </a:pPr>
                <a:r>
                  <a:rPr lang="tr-TR" sz="1800" dirty="0">
                    <a:effectLst/>
                    <a:ea typeface="Times New Roman" panose="02020603050405020304" pitchFamily="18" charset="0"/>
                    <a:cs typeface="Times New Roman" panose="02020603050405020304" pitchFamily="18" charset="0"/>
                  </a:rPr>
                  <a:t>                                                    </a:t>
                </a:r>
                <a14:m>
                  <m:oMath xmlns:m="http://schemas.openxmlformats.org/officeDocument/2006/math">
                    <m:r>
                      <a:rPr lang="tr-TR" sz="1800" i="1" smtClean="0">
                        <a:effectLst/>
                        <a:latin typeface="Cambria Math" panose="02040503050406030204" pitchFamily="18" charset="0"/>
                        <a:ea typeface="Times New Roman" panose="02020603050405020304" pitchFamily="18" charset="0"/>
                        <a:cs typeface="Times New Roman" panose="02020603050405020304" pitchFamily="18" charset="0"/>
                      </a:rPr>
                      <m:t>𝑢</m:t>
                    </m:r>
                    <m:r>
                      <a:rPr lang="tr-TR" sz="1800" i="1" smtClea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smtClean="0">
                        <a:effectLst/>
                        <a:latin typeface="Cambria Math" panose="02040503050406030204" pitchFamily="18" charset="0"/>
                        <a:ea typeface="Times New Roman" panose="02020603050405020304" pitchFamily="18" charset="0"/>
                        <a:cs typeface="Times New Roman" panose="02020603050405020304" pitchFamily="18" charset="0"/>
                      </a:rPr>
                      <m:t>𝑅</m:t>
                    </m:r>
                    <m:sSup>
                      <m:sSupPr>
                        <m:ctrlPr>
                          <a:rPr lang="tr-TR" sz="1400" i="1">
                            <a:effectLst/>
                            <a:latin typeface="Cambria Math" panose="02040503050406030204" pitchFamily="18" charset="0"/>
                          </a:rPr>
                        </m:ctrlPr>
                      </m:sSupPr>
                      <m:e>
                        <m:r>
                          <a:rPr lang="tr-TR" sz="1800" i="1">
                            <a:effectLst/>
                            <a:latin typeface="Cambria Math" panose="02040503050406030204" pitchFamily="18" charset="0"/>
                            <a:ea typeface="Times New Roman" panose="02020603050405020304" pitchFamily="18" charset="0"/>
                            <a:cs typeface="Times New Roman" panose="02020603050405020304" pitchFamily="18" charset="0"/>
                          </a:rPr>
                          <m:t>𝐵</m:t>
                        </m:r>
                      </m:e>
                      <m:sup>
                        <m:r>
                          <a:rPr lang="tr-TR" sz="1800" i="1">
                            <a:effectLst/>
                            <a:latin typeface="Cambria Math" panose="02040503050406030204" pitchFamily="18" charset="0"/>
                            <a:ea typeface="Times New Roman" panose="02020603050405020304" pitchFamily="18" charset="0"/>
                            <a:cs typeface="Times New Roman" panose="02020603050405020304" pitchFamily="18" charset="0"/>
                          </a:rPr>
                          <m:t>𝑇</m:t>
                        </m:r>
                      </m:sup>
                    </m:sSup>
                    <m:r>
                      <a:rPr lang="tr-TR" sz="1800" i="1">
                        <a:effectLst/>
                        <a:latin typeface="Cambria Math" panose="02040503050406030204" pitchFamily="18" charset="0"/>
                        <a:ea typeface="Times New Roman" panose="02020603050405020304" pitchFamily="18" charset="0"/>
                        <a:cs typeface="Times New Roman" panose="02020603050405020304" pitchFamily="18" charset="0"/>
                      </a:rPr>
                      <m:t>𝑃𝑥</m:t>
                    </m:r>
                    <m:r>
                      <a:rPr lang="tr-TR" sz="1800" i="1">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a:effectLst/>
                        <a:latin typeface="Cambria Math" panose="02040503050406030204" pitchFamily="18" charset="0"/>
                        <a:ea typeface="Times New Roman" panose="02020603050405020304" pitchFamily="18" charset="0"/>
                        <a:cs typeface="Times New Roman" panose="02020603050405020304" pitchFamily="18" charset="0"/>
                      </a:rPr>
                      <m:t>𝐾𝑥</m:t>
                    </m:r>
                  </m:oMath>
                </a14:m>
                <a:r>
                  <a:rPr lang="tr-TR" sz="2000" dirty="0"/>
                  <a:t>                                              (4)</a:t>
                </a:r>
              </a:p>
              <a:p>
                <a:pPr marL="0" indent="0" algn="ctr">
                  <a:buNone/>
                </a:pPr>
                <a:endParaRPr lang="tr-TR" sz="2000" dirty="0"/>
              </a:p>
              <a:p>
                <a:pPr marL="0" indent="0" algn="ctr">
                  <a:buNone/>
                </a:pPr>
                <a:r>
                  <a:rPr lang="tr-TR" sz="1400" dirty="0">
                    <a:effectLst/>
                  </a:rPr>
                  <a:t>                                                            </a:t>
                </a:r>
                <a14:m>
                  <m:oMath xmlns:m="http://schemas.openxmlformats.org/officeDocument/2006/math">
                    <m:sSup>
                      <m:sSupPr>
                        <m:ctrlPr>
                          <a:rPr lang="tr-TR" sz="1400" i="1" smtClean="0">
                            <a:effectLst/>
                            <a:latin typeface="Cambria Math" panose="02040503050406030204" pitchFamily="18" charset="0"/>
                          </a:rPr>
                        </m:ctrlPr>
                      </m:sSupPr>
                      <m:e>
                        <m:r>
                          <a:rPr lang="tr-TR" sz="1400" b="0" i="1" smtClean="0">
                            <a:effectLst/>
                            <a:latin typeface="Cambria Math" panose="02040503050406030204" pitchFamily="18" charset="0"/>
                          </a:rPr>
                          <m:t> </m:t>
                        </m:r>
                        <m:r>
                          <a:rPr lang="tr-TR" sz="1800" i="1">
                            <a:effectLst/>
                            <a:latin typeface="Cambria Math" panose="02040503050406030204" pitchFamily="18" charset="0"/>
                            <a:ea typeface="Times New Roman" panose="02020603050405020304" pitchFamily="18" charset="0"/>
                            <a:cs typeface="Times New Roman" panose="02020603050405020304" pitchFamily="18" charset="0"/>
                          </a:rPr>
                          <m:t>𝐴</m:t>
                        </m:r>
                      </m:e>
                      <m:sup>
                        <m:r>
                          <a:rPr lang="tr-TR" sz="1800" i="1">
                            <a:effectLst/>
                            <a:latin typeface="Cambria Math" panose="02040503050406030204" pitchFamily="18" charset="0"/>
                            <a:ea typeface="Times New Roman" panose="02020603050405020304" pitchFamily="18" charset="0"/>
                            <a:cs typeface="Times New Roman" panose="02020603050405020304" pitchFamily="18" charset="0"/>
                          </a:rPr>
                          <m:t>𝑇</m:t>
                        </m:r>
                      </m:sup>
                    </m:sSup>
                    <m:r>
                      <a:rPr lang="tr-TR" sz="1800" i="1">
                        <a:effectLst/>
                        <a:latin typeface="Cambria Math" panose="02040503050406030204" pitchFamily="18" charset="0"/>
                        <a:ea typeface="Times New Roman" panose="02020603050405020304" pitchFamily="18" charset="0"/>
                        <a:cs typeface="Times New Roman" panose="02020603050405020304" pitchFamily="18" charset="0"/>
                      </a:rPr>
                      <m:t>𝑃</m:t>
                    </m:r>
                    <m:r>
                      <a:rPr lang="tr-TR" sz="1800" i="1">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a:effectLst/>
                        <a:latin typeface="Cambria Math" panose="02040503050406030204" pitchFamily="18" charset="0"/>
                        <a:ea typeface="Times New Roman" panose="02020603050405020304" pitchFamily="18" charset="0"/>
                        <a:cs typeface="Times New Roman" panose="02020603050405020304" pitchFamily="18" charset="0"/>
                      </a:rPr>
                      <m:t>𝑃𝐴</m:t>
                    </m:r>
                    <m:r>
                      <a:rPr lang="tr-TR" sz="1800" i="1">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a:effectLst/>
                        <a:latin typeface="Cambria Math" panose="02040503050406030204" pitchFamily="18" charset="0"/>
                        <a:ea typeface="Times New Roman" panose="02020603050405020304" pitchFamily="18" charset="0"/>
                        <a:cs typeface="Times New Roman" panose="02020603050405020304" pitchFamily="18" charset="0"/>
                      </a:rPr>
                      <m:t>𝑃𝐵</m:t>
                    </m:r>
                    <m:sSup>
                      <m:sSupPr>
                        <m:ctrlPr>
                          <a:rPr lang="tr-TR" sz="1400" i="1">
                            <a:effectLst/>
                            <a:latin typeface="Cambria Math" panose="02040503050406030204" pitchFamily="18" charset="0"/>
                          </a:rPr>
                        </m:ctrlPr>
                      </m:sSupPr>
                      <m:e>
                        <m:r>
                          <a:rPr lang="tr-TR" sz="1800" i="1">
                            <a:effectLst/>
                            <a:latin typeface="Cambria Math" panose="02040503050406030204" pitchFamily="18" charset="0"/>
                            <a:ea typeface="Times New Roman" panose="02020603050405020304" pitchFamily="18" charset="0"/>
                            <a:cs typeface="Times New Roman" panose="02020603050405020304" pitchFamily="18" charset="0"/>
                          </a:rPr>
                          <m:t>𝑅</m:t>
                        </m:r>
                      </m:e>
                      <m:sup>
                        <m:r>
                          <a:rPr lang="tr-TR" sz="1800" i="1">
                            <a:effectLst/>
                            <a:latin typeface="Cambria Math" panose="02040503050406030204" pitchFamily="18" charset="0"/>
                            <a:ea typeface="Times New Roman" panose="02020603050405020304" pitchFamily="18" charset="0"/>
                            <a:cs typeface="Times New Roman" panose="02020603050405020304" pitchFamily="18" charset="0"/>
                          </a:rPr>
                          <m:t>−1</m:t>
                        </m:r>
                      </m:sup>
                    </m:sSup>
                    <m:sSup>
                      <m:sSupPr>
                        <m:ctrlPr>
                          <a:rPr lang="tr-TR" sz="1400" i="1">
                            <a:effectLst/>
                            <a:latin typeface="Cambria Math" panose="02040503050406030204" pitchFamily="18" charset="0"/>
                          </a:rPr>
                        </m:ctrlPr>
                      </m:sSupPr>
                      <m:e>
                        <m:r>
                          <a:rPr lang="tr-TR" sz="1800" i="1">
                            <a:effectLst/>
                            <a:latin typeface="Cambria Math" panose="02040503050406030204" pitchFamily="18" charset="0"/>
                            <a:ea typeface="Times New Roman" panose="02020603050405020304" pitchFamily="18" charset="0"/>
                            <a:cs typeface="Times New Roman" panose="02020603050405020304" pitchFamily="18" charset="0"/>
                          </a:rPr>
                          <m:t>𝐵</m:t>
                        </m:r>
                      </m:e>
                      <m:sup>
                        <m:r>
                          <a:rPr lang="tr-TR" sz="1800" i="1">
                            <a:effectLst/>
                            <a:latin typeface="Cambria Math" panose="02040503050406030204" pitchFamily="18" charset="0"/>
                            <a:ea typeface="Times New Roman" panose="02020603050405020304" pitchFamily="18" charset="0"/>
                            <a:cs typeface="Times New Roman" panose="02020603050405020304" pitchFamily="18" charset="0"/>
                          </a:rPr>
                          <m:t>𝑇</m:t>
                        </m:r>
                      </m:sup>
                    </m:sSup>
                    <m:r>
                      <a:rPr lang="tr-TR" sz="1800" i="1">
                        <a:effectLst/>
                        <a:latin typeface="Cambria Math" panose="02040503050406030204" pitchFamily="18" charset="0"/>
                        <a:ea typeface="Times New Roman" panose="02020603050405020304" pitchFamily="18" charset="0"/>
                        <a:cs typeface="Times New Roman" panose="02020603050405020304" pitchFamily="18" charset="0"/>
                      </a:rPr>
                      <m:t>𝑃</m:t>
                    </m:r>
                    <m:r>
                      <a:rPr lang="tr-TR" sz="1800" i="1">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a:effectLst/>
                        <a:latin typeface="Cambria Math" panose="02040503050406030204" pitchFamily="18" charset="0"/>
                        <a:ea typeface="Times New Roman" panose="02020603050405020304" pitchFamily="18" charset="0"/>
                        <a:cs typeface="Times New Roman" panose="02020603050405020304" pitchFamily="18" charset="0"/>
                      </a:rPr>
                      <m:t>𝑄</m:t>
                    </m:r>
                    <m:r>
                      <a:rPr lang="tr-TR" sz="1800" i="1">
                        <a:effectLst/>
                        <a:latin typeface="Cambria Math" panose="02040503050406030204" pitchFamily="18" charset="0"/>
                        <a:ea typeface="Times New Roman" panose="02020603050405020304" pitchFamily="18" charset="0"/>
                        <a:cs typeface="Times New Roman" panose="02020603050405020304" pitchFamily="18" charset="0"/>
                      </a:rPr>
                      <m:t>=0</m:t>
                    </m:r>
                  </m:oMath>
                </a14:m>
                <a:r>
                  <a:rPr lang="tr-TR" sz="2000" dirty="0"/>
                  <a:t>                                 (5)</a:t>
                </a:r>
              </a:p>
            </p:txBody>
          </p:sp>
        </mc:Choice>
        <mc:Fallback xmlns="">
          <p:sp>
            <p:nvSpPr>
              <p:cNvPr id="3" name="İçerik Yer Tutucusu 2">
                <a:extLst>
                  <a:ext uri="{FF2B5EF4-FFF2-40B4-BE49-F238E27FC236}">
                    <a16:creationId xmlns:a16="http://schemas.microsoft.com/office/drawing/2014/main" id="{DDD5DA14-EA9E-A8B0-8432-946D92BD3AB3}"/>
                  </a:ext>
                </a:extLst>
              </p:cNvPr>
              <p:cNvSpPr>
                <a:spLocks noGrp="1" noRot="1" noChangeAspect="1" noMove="1" noResize="1" noEditPoints="1" noAdjustHandles="1" noChangeArrowheads="1" noChangeShapeType="1" noTextEdit="1"/>
              </p:cNvSpPr>
              <p:nvPr>
                <p:ph idx="1"/>
              </p:nvPr>
            </p:nvSpPr>
            <p:spPr>
              <a:xfrm>
                <a:off x="687730" y="1397362"/>
                <a:ext cx="10515600" cy="4351338"/>
              </a:xfrm>
              <a:blipFill>
                <a:blip r:embed="rId2"/>
                <a:stretch>
                  <a:fillRect l="-522" r="-174"/>
                </a:stretch>
              </a:blipFill>
            </p:spPr>
            <p:txBody>
              <a:bodyPr/>
              <a:lstStyle/>
              <a:p>
                <a:r>
                  <a:rPr lang="tr-TR">
                    <a:noFill/>
                  </a:rPr>
                  <a:t> </a:t>
                </a:r>
              </a:p>
            </p:txBody>
          </p:sp>
        </mc:Fallback>
      </mc:AlternateContent>
    </p:spTree>
    <p:extLst>
      <p:ext uri="{BB962C8B-B14F-4D97-AF65-F5344CB8AC3E}">
        <p14:creationId xmlns:p14="http://schemas.microsoft.com/office/powerpoint/2010/main" val="27175237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0EC6DB8-8C76-FB3A-0FC2-8FCDA92738BA}"/>
              </a:ext>
            </a:extLst>
          </p:cNvPr>
          <p:cNvSpPr>
            <a:spLocks noGrp="1"/>
          </p:cNvSpPr>
          <p:nvPr>
            <p:ph type="title"/>
          </p:nvPr>
        </p:nvSpPr>
        <p:spPr>
          <a:xfrm>
            <a:off x="838200" y="76410"/>
            <a:ext cx="10515600" cy="880460"/>
          </a:xfrm>
        </p:spPr>
        <p:txBody>
          <a:bodyPr/>
          <a:lstStyle/>
          <a:p>
            <a:pPr algn="ctr"/>
            <a:r>
              <a:rPr lang="tr-TR" b="1" dirty="0">
                <a:effectLst>
                  <a:outerShdw blurRad="38100" dist="38100" dir="2700000" algn="tl">
                    <a:srgbClr val="000000">
                      <a:alpha val="43137"/>
                    </a:srgbClr>
                  </a:outerShdw>
                </a:effectLst>
              </a:rPr>
              <a:t>Kontrolcü tasarımı-LQR</a:t>
            </a:r>
            <a:endParaRPr lang="tr-TR" dirty="0"/>
          </a:p>
        </p:txBody>
      </p:sp>
      <mc:AlternateContent xmlns:mc="http://schemas.openxmlformats.org/markup-compatibility/2006" xmlns:a14="http://schemas.microsoft.com/office/drawing/2010/main">
        <mc:Choice Requires="a14">
          <p:sp>
            <p:nvSpPr>
              <p:cNvPr id="3" name="İçerik Yer Tutucusu 2">
                <a:extLst>
                  <a:ext uri="{FF2B5EF4-FFF2-40B4-BE49-F238E27FC236}">
                    <a16:creationId xmlns:a16="http://schemas.microsoft.com/office/drawing/2014/main" id="{DCC8291B-DC85-9B28-9FF9-7E019C6915F0}"/>
                  </a:ext>
                </a:extLst>
              </p:cNvPr>
              <p:cNvSpPr>
                <a:spLocks noGrp="1"/>
              </p:cNvSpPr>
              <p:nvPr>
                <p:ph idx="1"/>
              </p:nvPr>
            </p:nvSpPr>
            <p:spPr>
              <a:xfrm>
                <a:off x="102290" y="944948"/>
                <a:ext cx="10515600" cy="4351338"/>
              </a:xfrm>
            </p:spPr>
            <p:txBody>
              <a:bodyPr/>
              <a:lstStyle/>
              <a:p>
                <a:pPr algn="just">
                  <a:lnSpc>
                    <a:spcPct val="150000"/>
                  </a:lnSpc>
                </a:pPr>
                <a:r>
                  <a:rPr lang="tr-TR" sz="1800" dirty="0">
                    <a:effectLst/>
                    <a:latin typeface="Times New Roman" panose="02020603050405020304" pitchFamily="18" charset="0"/>
                    <a:ea typeface="Arial" panose="020B0604020202020204" pitchFamily="34" charset="0"/>
                  </a:rPr>
                  <a:t>Q ve R matrisleri sürüş konforuna odaklanıldığı için aşağıdaki şekilde seçilmiştir;</a:t>
                </a:r>
              </a:p>
              <a:p>
                <a:pPr algn="just">
                  <a:lnSpc>
                    <a:spcPct val="150000"/>
                  </a:lnSpc>
                </a:pPr>
                <a14:m>
                  <m:oMath xmlns:m="http://schemas.openxmlformats.org/officeDocument/2006/math">
                    <m:r>
                      <a:rPr lang="tr-TR" sz="1800" i="1">
                        <a:effectLst/>
                        <a:latin typeface="Cambria Math" panose="02040503050406030204" pitchFamily="18" charset="0"/>
                        <a:ea typeface="Arial" panose="020B0604020202020204" pitchFamily="34" charset="0"/>
                      </a:rPr>
                      <m:t>𝑄</m:t>
                    </m:r>
                    <m:r>
                      <a:rPr lang="tr-TR" sz="1800" i="1">
                        <a:effectLst/>
                        <a:latin typeface="Cambria Math" panose="02040503050406030204" pitchFamily="18" charset="0"/>
                        <a:ea typeface="Arial" panose="020B0604020202020204" pitchFamily="34" charset="0"/>
                      </a:rPr>
                      <m:t>=</m:t>
                    </m:r>
                    <m:d>
                      <m:dPr>
                        <m:begChr m:val="["/>
                        <m:endChr m:val="]"/>
                        <m:ctrlPr>
                          <a:rPr lang="tr-TR" sz="1800" i="1">
                            <a:effectLst/>
                            <a:latin typeface="Cambria Math" panose="02040503050406030204" pitchFamily="18" charset="0"/>
                            <a:ea typeface="Arial" panose="020B0604020202020204" pitchFamily="34" charset="0"/>
                          </a:rPr>
                        </m:ctrlPr>
                      </m:dPr>
                      <m:e>
                        <m:m>
                          <m:mPr>
                            <m:mcs>
                              <m:mc>
                                <m:mcPr>
                                  <m:count m:val="4"/>
                                  <m:mcJc m:val="center"/>
                                </m:mcPr>
                              </m:mc>
                            </m:mcs>
                            <m:ctrlPr>
                              <a:rPr lang="tr-TR" sz="1800" i="1">
                                <a:effectLst/>
                                <a:latin typeface="Cambria Math" panose="02040503050406030204" pitchFamily="18" charset="0"/>
                                <a:ea typeface="Arial" panose="020B0604020202020204" pitchFamily="34" charset="0"/>
                              </a:rPr>
                            </m:ctrlPr>
                          </m:mPr>
                          <m:mr>
                            <m:e>
                              <m:r>
                                <a:rPr lang="tr-TR" sz="1800" i="1">
                                  <a:effectLst/>
                                  <a:latin typeface="Cambria Math" panose="02040503050406030204" pitchFamily="18" charset="0"/>
                                  <a:ea typeface="Arial" panose="020B0604020202020204" pitchFamily="34" charset="0"/>
                                </a:rPr>
                                <m:t>3∗</m:t>
                              </m:r>
                              <m:sSup>
                                <m:sSupPr>
                                  <m:ctrlPr>
                                    <a:rPr lang="tr-TR" sz="1800" i="1">
                                      <a:effectLst/>
                                      <a:latin typeface="Cambria Math" panose="02040503050406030204" pitchFamily="18" charset="0"/>
                                      <a:ea typeface="Arial" panose="020B0604020202020204" pitchFamily="34" charset="0"/>
                                    </a:rPr>
                                  </m:ctrlPr>
                                </m:sSupPr>
                                <m:e>
                                  <m:r>
                                    <a:rPr lang="tr-TR" sz="1800" i="1">
                                      <a:effectLst/>
                                      <a:latin typeface="Cambria Math" panose="02040503050406030204" pitchFamily="18" charset="0"/>
                                      <a:ea typeface="Arial" panose="020B0604020202020204" pitchFamily="34" charset="0"/>
                                    </a:rPr>
                                    <m:t>10</m:t>
                                  </m:r>
                                </m:e>
                                <m:sup>
                                  <m:r>
                                    <a:rPr lang="tr-TR" sz="1800" i="1">
                                      <a:effectLst/>
                                      <a:latin typeface="Cambria Math" panose="02040503050406030204" pitchFamily="18" charset="0"/>
                                      <a:ea typeface="Arial" panose="020B0604020202020204" pitchFamily="34" charset="0"/>
                                    </a:rPr>
                                    <m:t>5</m:t>
                                  </m:r>
                                </m:sup>
                              </m:sSup>
                            </m:e>
                            <m:e>
                              <m:r>
                                <a:rPr lang="tr-TR" sz="1800" i="1">
                                  <a:effectLst/>
                                  <a:latin typeface="Cambria Math" panose="02040503050406030204" pitchFamily="18" charset="0"/>
                                  <a:ea typeface="Cambria Math" panose="02040503050406030204" pitchFamily="18" charset="0"/>
                                  <a:cs typeface="Cambria Math" panose="02040503050406030204" pitchFamily="18" charset="0"/>
                                </a:rPr>
                                <m:t>0</m:t>
                              </m:r>
                            </m:e>
                            <m:e>
                              <m:r>
                                <a:rPr lang="tr-TR" sz="1800" i="1">
                                  <a:effectLst/>
                                  <a:latin typeface="Cambria Math" panose="02040503050406030204" pitchFamily="18" charset="0"/>
                                  <a:ea typeface="Cambria Math" panose="02040503050406030204" pitchFamily="18" charset="0"/>
                                  <a:cs typeface="Cambria Math" panose="02040503050406030204" pitchFamily="18" charset="0"/>
                                </a:rPr>
                                <m:t>0</m:t>
                              </m:r>
                            </m:e>
                            <m:e>
                              <m:r>
                                <a:rPr lang="tr-TR" sz="1800" i="1">
                                  <a:effectLst/>
                                  <a:latin typeface="Cambria Math" panose="02040503050406030204" pitchFamily="18" charset="0"/>
                                  <a:ea typeface="Cambria Math" panose="02040503050406030204" pitchFamily="18" charset="0"/>
                                  <a:cs typeface="Cambria Math" panose="02040503050406030204" pitchFamily="18" charset="0"/>
                                </a:rPr>
                                <m:t>0</m:t>
                              </m:r>
                            </m:e>
                          </m:mr>
                          <m:mr>
                            <m:e>
                              <m:r>
                                <a:rPr lang="tr-TR" sz="1800" i="1">
                                  <a:effectLst/>
                                  <a:latin typeface="Cambria Math" panose="02040503050406030204" pitchFamily="18" charset="0"/>
                                  <a:ea typeface="Cambria Math" panose="02040503050406030204" pitchFamily="18" charset="0"/>
                                  <a:cs typeface="Cambria Math" panose="02040503050406030204" pitchFamily="18" charset="0"/>
                                </a:rPr>
                                <m:t>0</m:t>
                              </m:r>
                            </m:e>
                            <m:e>
                              <m:r>
                                <a:rPr lang="tr-TR" sz="1800" i="1">
                                  <a:effectLst/>
                                  <a:latin typeface="Cambria Math" panose="02040503050406030204" pitchFamily="18" charset="0"/>
                                  <a:ea typeface="Cambria Math" panose="02040503050406030204" pitchFamily="18" charset="0"/>
                                  <a:cs typeface="Cambria Math" panose="02040503050406030204" pitchFamily="18" charset="0"/>
                                </a:rPr>
                                <m:t>6∗</m:t>
                              </m:r>
                              <m:sSup>
                                <m:sSupPr>
                                  <m:ctrlPr>
                                    <a:rPr lang="tr-TR" sz="1800" i="1">
                                      <a:effectLst/>
                                      <a:latin typeface="Cambria Math" panose="02040503050406030204" pitchFamily="18" charset="0"/>
                                      <a:ea typeface="Arial" panose="020B0604020202020204" pitchFamily="34" charset="0"/>
                                    </a:rPr>
                                  </m:ctrlPr>
                                </m:sSupPr>
                                <m:e>
                                  <m:r>
                                    <a:rPr lang="tr-TR" sz="1800" i="1">
                                      <a:effectLst/>
                                      <a:latin typeface="Cambria Math" panose="02040503050406030204" pitchFamily="18" charset="0"/>
                                      <a:ea typeface="Arial" panose="020B0604020202020204" pitchFamily="34" charset="0"/>
                                    </a:rPr>
                                    <m:t>10</m:t>
                                  </m:r>
                                </m:e>
                                <m:sup>
                                  <m:r>
                                    <a:rPr lang="tr-TR" sz="1800" i="1">
                                      <a:effectLst/>
                                      <a:latin typeface="Cambria Math" panose="02040503050406030204" pitchFamily="18" charset="0"/>
                                      <a:ea typeface="Arial" panose="020B0604020202020204" pitchFamily="34" charset="0"/>
                                    </a:rPr>
                                    <m:t>4</m:t>
                                  </m:r>
                                </m:sup>
                              </m:sSup>
                            </m:e>
                            <m:e>
                              <m:r>
                                <a:rPr lang="tr-TR" sz="1800" i="1">
                                  <a:effectLst/>
                                  <a:latin typeface="Cambria Math" panose="02040503050406030204" pitchFamily="18" charset="0"/>
                                  <a:ea typeface="Cambria Math" panose="02040503050406030204" pitchFamily="18" charset="0"/>
                                  <a:cs typeface="Cambria Math" panose="02040503050406030204" pitchFamily="18" charset="0"/>
                                </a:rPr>
                                <m:t>0</m:t>
                              </m:r>
                            </m:e>
                            <m:e>
                              <m:r>
                                <a:rPr lang="tr-TR" sz="1800" i="1">
                                  <a:effectLst/>
                                  <a:latin typeface="Cambria Math" panose="02040503050406030204" pitchFamily="18" charset="0"/>
                                  <a:ea typeface="Cambria Math" panose="02040503050406030204" pitchFamily="18" charset="0"/>
                                  <a:cs typeface="Cambria Math" panose="02040503050406030204" pitchFamily="18" charset="0"/>
                                </a:rPr>
                                <m:t>0</m:t>
                              </m:r>
                            </m:e>
                          </m:mr>
                          <m:mr>
                            <m:e>
                              <m:r>
                                <a:rPr lang="tr-TR" sz="1800" i="1">
                                  <a:effectLst/>
                                  <a:latin typeface="Cambria Math" panose="02040503050406030204" pitchFamily="18" charset="0"/>
                                  <a:ea typeface="Cambria Math" panose="02040503050406030204" pitchFamily="18" charset="0"/>
                                  <a:cs typeface="Cambria Math" panose="02040503050406030204" pitchFamily="18" charset="0"/>
                                </a:rPr>
                                <m:t>0</m:t>
                              </m:r>
                            </m:e>
                            <m:e>
                              <m:r>
                                <a:rPr lang="tr-TR" sz="1800" i="1">
                                  <a:effectLst/>
                                  <a:latin typeface="Cambria Math" panose="02040503050406030204" pitchFamily="18" charset="0"/>
                                  <a:ea typeface="Arial" panose="020B0604020202020204" pitchFamily="34" charset="0"/>
                                </a:rPr>
                                <m:t>0</m:t>
                              </m:r>
                            </m:e>
                            <m:e>
                              <m:r>
                                <a:rPr lang="tr-TR" sz="1800" i="1">
                                  <a:effectLst/>
                                  <a:latin typeface="Cambria Math" panose="02040503050406030204" pitchFamily="18" charset="0"/>
                                  <a:ea typeface="Cambria Math" panose="02040503050406030204" pitchFamily="18" charset="0"/>
                                  <a:cs typeface="Cambria Math" panose="02040503050406030204" pitchFamily="18" charset="0"/>
                                </a:rPr>
                                <m:t>1</m:t>
                              </m:r>
                            </m:e>
                            <m:e>
                              <m:r>
                                <a:rPr lang="tr-TR" sz="1800" i="1">
                                  <a:effectLst/>
                                  <a:latin typeface="Cambria Math" panose="02040503050406030204" pitchFamily="18" charset="0"/>
                                  <a:ea typeface="Cambria Math" panose="02040503050406030204" pitchFamily="18" charset="0"/>
                                  <a:cs typeface="Cambria Math" panose="02040503050406030204" pitchFamily="18" charset="0"/>
                                </a:rPr>
                                <m:t>0</m:t>
                              </m:r>
                            </m:e>
                          </m:mr>
                          <m:mr>
                            <m:e>
                              <m:r>
                                <a:rPr lang="tr-TR" sz="1800" i="1">
                                  <a:effectLst/>
                                  <a:latin typeface="Cambria Math" panose="02040503050406030204" pitchFamily="18" charset="0"/>
                                  <a:ea typeface="Arial" panose="020B0604020202020204" pitchFamily="34" charset="0"/>
                                </a:rPr>
                                <m:t>0</m:t>
                              </m:r>
                            </m:e>
                            <m:e>
                              <m:r>
                                <a:rPr lang="tr-TR" sz="1800" i="1">
                                  <a:effectLst/>
                                  <a:latin typeface="Cambria Math" panose="02040503050406030204" pitchFamily="18" charset="0"/>
                                  <a:ea typeface="Arial" panose="020B0604020202020204" pitchFamily="34" charset="0"/>
                                </a:rPr>
                                <m:t>0</m:t>
                              </m:r>
                            </m:e>
                            <m:e>
                              <m:r>
                                <a:rPr lang="tr-TR" sz="1800" i="1">
                                  <a:effectLst/>
                                  <a:latin typeface="Cambria Math" panose="02040503050406030204" pitchFamily="18" charset="0"/>
                                  <a:ea typeface="Cambria Math" panose="02040503050406030204" pitchFamily="18" charset="0"/>
                                  <a:cs typeface="Cambria Math" panose="02040503050406030204" pitchFamily="18" charset="0"/>
                                </a:rPr>
                                <m:t>0</m:t>
                              </m:r>
                            </m:e>
                            <m:e>
                              <m:r>
                                <a:rPr lang="tr-TR" sz="1800" i="1">
                                  <a:effectLst/>
                                  <a:latin typeface="Cambria Math" panose="02040503050406030204" pitchFamily="18" charset="0"/>
                                  <a:ea typeface="Cambria Math" panose="02040503050406030204" pitchFamily="18" charset="0"/>
                                  <a:cs typeface="Cambria Math" panose="02040503050406030204" pitchFamily="18" charset="0"/>
                                </a:rPr>
                                <m:t>1</m:t>
                              </m:r>
                            </m:e>
                          </m:mr>
                        </m:m>
                      </m:e>
                    </m:d>
                  </m:oMath>
                </a14:m>
                <a:r>
                  <a:rPr lang="tr-TR" sz="1800" dirty="0">
                    <a:effectLst/>
                    <a:latin typeface="Times New Roman" panose="02020603050405020304" pitchFamily="18" charset="0"/>
                    <a:ea typeface="Arial" panose="020B0604020202020204" pitchFamily="34" charset="0"/>
                  </a:rPr>
                  <a:t> </a:t>
                </a:r>
              </a:p>
              <a:p>
                <a:pPr algn="just">
                  <a:lnSpc>
                    <a:spcPct val="150000"/>
                  </a:lnSpc>
                </a:pPr>
                <a14:m>
                  <m:oMath xmlns:m="http://schemas.openxmlformats.org/officeDocument/2006/math">
                    <m:r>
                      <a:rPr lang="tr-TR" sz="1800" i="1">
                        <a:effectLst/>
                        <a:latin typeface="Cambria Math" panose="02040503050406030204" pitchFamily="18" charset="0"/>
                        <a:ea typeface="Arial" panose="020B0604020202020204" pitchFamily="34" charset="0"/>
                      </a:rPr>
                      <m:t>𝑅</m:t>
                    </m:r>
                    <m:r>
                      <a:rPr lang="tr-TR" sz="1800" i="1">
                        <a:effectLst/>
                        <a:latin typeface="Cambria Math" panose="02040503050406030204" pitchFamily="18" charset="0"/>
                        <a:ea typeface="Arial" panose="020B0604020202020204" pitchFamily="34" charset="0"/>
                      </a:rPr>
                      <m:t>=0.01</m:t>
                    </m:r>
                  </m:oMath>
                </a14:m>
                <a:endParaRPr lang="tr-TR" sz="1800" dirty="0">
                  <a:effectLst/>
                  <a:latin typeface="Times New Roman" panose="02020603050405020304" pitchFamily="18" charset="0"/>
                  <a:ea typeface="Arial" panose="020B0604020202020204" pitchFamily="34" charset="0"/>
                </a:endParaRPr>
              </a:p>
              <a:p>
                <a:endParaRPr lang="tr-TR" dirty="0"/>
              </a:p>
            </p:txBody>
          </p:sp>
        </mc:Choice>
        <mc:Fallback xmlns="">
          <p:sp>
            <p:nvSpPr>
              <p:cNvPr id="3" name="İçerik Yer Tutucusu 2">
                <a:extLst>
                  <a:ext uri="{FF2B5EF4-FFF2-40B4-BE49-F238E27FC236}">
                    <a16:creationId xmlns:a16="http://schemas.microsoft.com/office/drawing/2014/main" id="{DCC8291B-DC85-9B28-9FF9-7E019C6915F0}"/>
                  </a:ext>
                </a:extLst>
              </p:cNvPr>
              <p:cNvSpPr>
                <a:spLocks noGrp="1" noRot="1" noChangeAspect="1" noMove="1" noResize="1" noEditPoints="1" noAdjustHandles="1" noChangeArrowheads="1" noChangeShapeType="1" noTextEdit="1"/>
              </p:cNvSpPr>
              <p:nvPr>
                <p:ph idx="1"/>
              </p:nvPr>
            </p:nvSpPr>
            <p:spPr>
              <a:xfrm>
                <a:off x="102290" y="944948"/>
                <a:ext cx="10515600" cy="4351338"/>
              </a:xfrm>
              <a:blipFill>
                <a:blip r:embed="rId2"/>
                <a:stretch>
                  <a:fillRect l="-406"/>
                </a:stretch>
              </a:blipFill>
            </p:spPr>
            <p:txBody>
              <a:bodyPr/>
              <a:lstStyle/>
              <a:p>
                <a:r>
                  <a:rPr lang="tr-TR">
                    <a:noFill/>
                  </a:rPr>
                  <a:t> </a:t>
                </a:r>
              </a:p>
            </p:txBody>
          </p:sp>
        </mc:Fallback>
      </mc:AlternateContent>
      <p:pic>
        <p:nvPicPr>
          <p:cNvPr id="4" name="Resim 3" descr="metin, yazı tipi, beyaz, ekran görüntüsü içeren bir resim&#10;&#10;Açıklama otomatik olarak oluşturuldu">
            <a:extLst>
              <a:ext uri="{FF2B5EF4-FFF2-40B4-BE49-F238E27FC236}">
                <a16:creationId xmlns:a16="http://schemas.microsoft.com/office/drawing/2014/main" id="{5A48301F-C30C-D89F-44B4-D4C142C9E5D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1267" y="4669283"/>
            <a:ext cx="4884420" cy="1508760"/>
          </a:xfrm>
          <a:prstGeom prst="rect">
            <a:avLst/>
          </a:prstGeom>
          <a:noFill/>
          <a:ln>
            <a:noFill/>
          </a:ln>
        </p:spPr>
      </p:pic>
      <p:sp>
        <p:nvSpPr>
          <p:cNvPr id="5" name="Metin kutusu 4">
            <a:extLst>
              <a:ext uri="{FF2B5EF4-FFF2-40B4-BE49-F238E27FC236}">
                <a16:creationId xmlns:a16="http://schemas.microsoft.com/office/drawing/2014/main" id="{B086AB70-A704-5B8C-BD58-5C4773366221}"/>
              </a:ext>
            </a:extLst>
          </p:cNvPr>
          <p:cNvSpPr txBox="1"/>
          <p:nvPr/>
        </p:nvSpPr>
        <p:spPr>
          <a:xfrm>
            <a:off x="995423" y="6088284"/>
            <a:ext cx="3102837" cy="369332"/>
          </a:xfrm>
          <a:prstGeom prst="rect">
            <a:avLst/>
          </a:prstGeom>
          <a:noFill/>
        </p:spPr>
        <p:txBody>
          <a:bodyPr wrap="none" rtlCol="0">
            <a:spAutoFit/>
          </a:bodyPr>
          <a:lstStyle/>
          <a:p>
            <a:r>
              <a:rPr lang="tr-TR" dirty="0"/>
              <a:t>Şekil 3 - LQR K (kazanç) vektörü</a:t>
            </a:r>
          </a:p>
        </p:txBody>
      </p:sp>
      <p:pic>
        <p:nvPicPr>
          <p:cNvPr id="6" name="Resim 5" descr="diyagram, ekran görüntüsü, metin, plan içeren bir resim&#10;&#10;Açıklama otomatik olarak oluşturuldu">
            <a:extLst>
              <a:ext uri="{FF2B5EF4-FFF2-40B4-BE49-F238E27FC236}">
                <a16:creationId xmlns:a16="http://schemas.microsoft.com/office/drawing/2014/main" id="{66D62B79-78B8-DEAF-EE8B-2B848A675E3E}"/>
              </a:ext>
            </a:extLst>
          </p:cNvPr>
          <p:cNvPicPr>
            <a:picLocks noChangeAspect="1"/>
          </p:cNvPicPr>
          <p:nvPr/>
        </p:nvPicPr>
        <p:blipFill>
          <a:blip r:embed="rId4"/>
          <a:stretch>
            <a:fillRect/>
          </a:stretch>
        </p:blipFill>
        <p:spPr>
          <a:xfrm>
            <a:off x="4945687" y="2167233"/>
            <a:ext cx="7144023" cy="3824754"/>
          </a:xfrm>
          <a:prstGeom prst="rect">
            <a:avLst/>
          </a:prstGeom>
        </p:spPr>
      </p:pic>
      <p:sp>
        <p:nvSpPr>
          <p:cNvPr id="7" name="Metin kutusu 6">
            <a:extLst>
              <a:ext uri="{FF2B5EF4-FFF2-40B4-BE49-F238E27FC236}">
                <a16:creationId xmlns:a16="http://schemas.microsoft.com/office/drawing/2014/main" id="{120F3621-1DBE-DF96-8675-474E60451C35}"/>
              </a:ext>
            </a:extLst>
          </p:cNvPr>
          <p:cNvSpPr txBox="1"/>
          <p:nvPr/>
        </p:nvSpPr>
        <p:spPr>
          <a:xfrm>
            <a:off x="7245752" y="6119744"/>
            <a:ext cx="3206187" cy="369332"/>
          </a:xfrm>
          <a:prstGeom prst="rect">
            <a:avLst/>
          </a:prstGeom>
          <a:noFill/>
        </p:spPr>
        <p:txBody>
          <a:bodyPr wrap="square" rtlCol="0">
            <a:spAutoFit/>
          </a:bodyPr>
          <a:lstStyle/>
          <a:p>
            <a:r>
              <a:rPr lang="tr-TR" dirty="0"/>
              <a:t>Şekil 5 - LQR </a:t>
            </a:r>
            <a:r>
              <a:rPr lang="tr-TR" dirty="0" err="1"/>
              <a:t>Simulink</a:t>
            </a:r>
            <a:r>
              <a:rPr lang="tr-TR" dirty="0"/>
              <a:t> modeli</a:t>
            </a:r>
          </a:p>
        </p:txBody>
      </p:sp>
      <p:pic>
        <p:nvPicPr>
          <p:cNvPr id="8" name="Resim 7" descr="metin, yazı tipi, beyaz, makbuz içeren bir resim&#10;&#10;Açıklama otomatik olarak oluşturuldu">
            <a:extLst>
              <a:ext uri="{FF2B5EF4-FFF2-40B4-BE49-F238E27FC236}">
                <a16:creationId xmlns:a16="http://schemas.microsoft.com/office/drawing/2014/main" id="{87E7A5D6-517F-B502-2BE0-F5B47F1316C6}"/>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3776079" y="1592020"/>
            <a:ext cx="2011680" cy="1866900"/>
          </a:xfrm>
          <a:prstGeom prst="rect">
            <a:avLst/>
          </a:prstGeom>
          <a:noFill/>
          <a:ln>
            <a:noFill/>
          </a:ln>
        </p:spPr>
      </p:pic>
      <p:sp>
        <p:nvSpPr>
          <p:cNvPr id="9" name="Metin kutusu 8">
            <a:extLst>
              <a:ext uri="{FF2B5EF4-FFF2-40B4-BE49-F238E27FC236}">
                <a16:creationId xmlns:a16="http://schemas.microsoft.com/office/drawing/2014/main" id="{2D39BE7D-B186-5F27-8413-DE8B6463C2F3}"/>
              </a:ext>
            </a:extLst>
          </p:cNvPr>
          <p:cNvSpPr txBox="1"/>
          <p:nvPr/>
        </p:nvSpPr>
        <p:spPr>
          <a:xfrm>
            <a:off x="3974828" y="3572559"/>
            <a:ext cx="2338087" cy="646331"/>
          </a:xfrm>
          <a:prstGeom prst="rect">
            <a:avLst/>
          </a:prstGeom>
          <a:noFill/>
        </p:spPr>
        <p:txBody>
          <a:bodyPr wrap="square" rtlCol="0">
            <a:spAutoFit/>
          </a:bodyPr>
          <a:lstStyle/>
          <a:p>
            <a:r>
              <a:rPr lang="tr-TR" dirty="0"/>
              <a:t>Şekil 4 - Kararlılık Kontrolü</a:t>
            </a:r>
          </a:p>
        </p:txBody>
      </p:sp>
    </p:spTree>
    <p:extLst>
      <p:ext uri="{BB962C8B-B14F-4D97-AF65-F5344CB8AC3E}">
        <p14:creationId xmlns:p14="http://schemas.microsoft.com/office/powerpoint/2010/main" val="26603565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0C8E031-AB08-F7F1-B7F7-FC1D498970E8}"/>
              </a:ext>
            </a:extLst>
          </p:cNvPr>
          <p:cNvSpPr>
            <a:spLocks noGrp="1"/>
          </p:cNvSpPr>
          <p:nvPr>
            <p:ph type="title"/>
          </p:nvPr>
        </p:nvSpPr>
        <p:spPr>
          <a:xfrm>
            <a:off x="339042" y="190146"/>
            <a:ext cx="10515600" cy="947036"/>
          </a:xfrm>
        </p:spPr>
        <p:txBody>
          <a:bodyPr/>
          <a:lstStyle/>
          <a:p>
            <a:r>
              <a:rPr lang="tr-TR" b="1" dirty="0">
                <a:effectLst>
                  <a:outerShdw blurRad="38100" dist="38100" dir="2700000" algn="tl">
                    <a:srgbClr val="000000">
                      <a:alpha val="43137"/>
                    </a:srgbClr>
                  </a:outerShdw>
                </a:effectLst>
              </a:rPr>
              <a:t>Kontrolcü Tasarımı- Optimal PID</a:t>
            </a:r>
          </a:p>
        </p:txBody>
      </p:sp>
      <p:sp>
        <p:nvSpPr>
          <p:cNvPr id="3" name="İçerik Yer Tutucusu 2">
            <a:extLst>
              <a:ext uri="{FF2B5EF4-FFF2-40B4-BE49-F238E27FC236}">
                <a16:creationId xmlns:a16="http://schemas.microsoft.com/office/drawing/2014/main" id="{A4DB74BC-131C-6AC2-8E40-D1ECE0597AF4}"/>
              </a:ext>
            </a:extLst>
          </p:cNvPr>
          <p:cNvSpPr>
            <a:spLocks noGrp="1"/>
          </p:cNvSpPr>
          <p:nvPr>
            <p:ph idx="1"/>
          </p:nvPr>
        </p:nvSpPr>
        <p:spPr>
          <a:xfrm>
            <a:off x="185574" y="1351986"/>
            <a:ext cx="6579120" cy="4330357"/>
          </a:xfrm>
        </p:spPr>
        <p:txBody>
          <a:bodyPr>
            <a:normAutofit/>
          </a:bodyPr>
          <a:lstStyle/>
          <a:p>
            <a:r>
              <a:rPr lang="tr-TR" sz="2000" dirty="0"/>
              <a:t>Çalışmamızda aktif süspansiyon kontrolü için tasarlanan kontrolcülerden bir tanesi de Optimal PID kontrolcüdür.</a:t>
            </a:r>
          </a:p>
          <a:p>
            <a:endParaRPr lang="tr-TR" sz="2000" dirty="0"/>
          </a:p>
          <a:p>
            <a:endParaRPr lang="tr-TR" sz="2000" dirty="0"/>
          </a:p>
          <a:p>
            <a:endParaRPr lang="tr-TR" sz="2000" dirty="0"/>
          </a:p>
          <a:p>
            <a:endParaRPr lang="tr-TR" sz="2000" dirty="0"/>
          </a:p>
          <a:p>
            <a:pPr marL="0" indent="0">
              <a:buNone/>
            </a:pPr>
            <a:r>
              <a:rPr lang="tr-TR" sz="2000" b="1" dirty="0"/>
              <a:t>PID Parametrelerinin Ayarlanması</a:t>
            </a:r>
          </a:p>
          <a:p>
            <a:pPr marL="0" indent="0">
              <a:buNone/>
            </a:pPr>
            <a:endParaRPr lang="tr-TR" sz="2000" b="1" dirty="0"/>
          </a:p>
          <a:p>
            <a:pPr marL="0" indent="0">
              <a:buNone/>
            </a:pPr>
            <a:r>
              <a:rPr lang="tr-TR" sz="2000" b="1" dirty="0" err="1"/>
              <a:t>Genetic</a:t>
            </a:r>
            <a:r>
              <a:rPr lang="tr-TR" sz="2000" b="1" dirty="0"/>
              <a:t> Algoritması (GA)</a:t>
            </a:r>
            <a:endParaRPr lang="tr-TR" sz="2000" b="1" dirty="0">
              <a:solidFill>
                <a:srgbClr val="FF0000"/>
              </a:solidFill>
            </a:endParaRPr>
          </a:p>
        </p:txBody>
      </p:sp>
      <p:pic>
        <p:nvPicPr>
          <p:cNvPr id="4" name="Resim 3" descr="metin, diyagram, ekran görüntüsü, çizgi içeren bir resim&#10;&#10;Açıklama otomatik olarak oluşturuldu">
            <a:extLst>
              <a:ext uri="{FF2B5EF4-FFF2-40B4-BE49-F238E27FC236}">
                <a16:creationId xmlns:a16="http://schemas.microsoft.com/office/drawing/2014/main" id="{14BDE083-E822-C5D9-A2C3-CD523E74CD8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945815" y="831721"/>
            <a:ext cx="4780528" cy="2687955"/>
          </a:xfrm>
          <a:prstGeom prst="rect">
            <a:avLst/>
          </a:prstGeom>
          <a:noFill/>
          <a:ln>
            <a:noFill/>
          </a:ln>
        </p:spPr>
      </p:pic>
      <mc:AlternateContent xmlns:mc="http://schemas.openxmlformats.org/markup-compatibility/2006" xmlns:a14="http://schemas.microsoft.com/office/drawing/2010/main">
        <mc:Choice Requires="a14">
          <p:sp>
            <p:nvSpPr>
              <p:cNvPr id="6" name="Metin kutusu 5">
                <a:extLst>
                  <a:ext uri="{FF2B5EF4-FFF2-40B4-BE49-F238E27FC236}">
                    <a16:creationId xmlns:a16="http://schemas.microsoft.com/office/drawing/2014/main" id="{8EF6863E-83A4-0353-1F4C-F8E58935CD70}"/>
                  </a:ext>
                </a:extLst>
              </p:cNvPr>
              <p:cNvSpPr txBox="1"/>
              <p:nvPr/>
            </p:nvSpPr>
            <p:spPr>
              <a:xfrm>
                <a:off x="339042" y="2416270"/>
                <a:ext cx="6094070" cy="504946"/>
              </a:xfrm>
              <a:prstGeom prst="rect">
                <a:avLst/>
              </a:prstGeom>
              <a:noFill/>
            </p:spPr>
            <p:txBody>
              <a:bodyPr wrap="square">
                <a:spAutoFit/>
              </a:bodyPr>
              <a:lstStyle/>
              <a:p>
                <a:pPr algn="ctr"/>
                <a14:m>
                  <m:oMath xmlns:m="http://schemas.openxmlformats.org/officeDocument/2006/math">
                    <m:r>
                      <a:rPr lang="tr-TR" i="1" smtClean="0">
                        <a:latin typeface="Cambria Math" panose="02040503050406030204" pitchFamily="18" charset="0"/>
                      </a:rPr>
                      <m:t>𝑢</m:t>
                    </m:r>
                    <m:d>
                      <m:dPr>
                        <m:ctrlPr>
                          <a:rPr lang="tr-TR" i="1">
                            <a:solidFill>
                              <a:srgbClr val="836967"/>
                            </a:solidFill>
                            <a:latin typeface="Cambria Math" panose="02040503050406030204" pitchFamily="18" charset="0"/>
                          </a:rPr>
                        </m:ctrlPr>
                      </m:dPr>
                      <m:e>
                        <m:r>
                          <a:rPr lang="tr-TR" i="1">
                            <a:latin typeface="Cambria Math" panose="02040503050406030204" pitchFamily="18" charset="0"/>
                          </a:rPr>
                          <m:t>𝑡</m:t>
                        </m:r>
                      </m:e>
                    </m:d>
                    <m:r>
                      <a:rPr lang="tr-TR" i="0">
                        <a:latin typeface="Cambria Math" panose="02040503050406030204" pitchFamily="18" charset="0"/>
                      </a:rPr>
                      <m:t>=</m:t>
                    </m:r>
                    <m:sSub>
                      <m:sSubPr>
                        <m:ctrlPr>
                          <a:rPr lang="tr-TR" i="1">
                            <a:solidFill>
                              <a:srgbClr val="836967"/>
                            </a:solidFill>
                            <a:latin typeface="Cambria Math" panose="02040503050406030204" pitchFamily="18" charset="0"/>
                          </a:rPr>
                        </m:ctrlPr>
                      </m:sSubPr>
                      <m:e>
                        <m:r>
                          <a:rPr lang="tr-TR" i="1">
                            <a:latin typeface="Cambria Math" panose="02040503050406030204" pitchFamily="18" charset="0"/>
                          </a:rPr>
                          <m:t>𝐾</m:t>
                        </m:r>
                      </m:e>
                      <m:sub>
                        <m:r>
                          <a:rPr lang="tr-TR" i="1">
                            <a:latin typeface="Cambria Math" panose="02040503050406030204" pitchFamily="18" charset="0"/>
                          </a:rPr>
                          <m:t>𝑝</m:t>
                        </m:r>
                      </m:sub>
                    </m:sSub>
                    <m:r>
                      <a:rPr lang="tr-TR" i="0">
                        <a:latin typeface="Cambria Math" panose="02040503050406030204" pitchFamily="18" charset="0"/>
                      </a:rPr>
                      <m:t>×</m:t>
                    </m:r>
                    <m:r>
                      <a:rPr lang="tr-TR" i="1">
                        <a:latin typeface="Cambria Math" panose="02040503050406030204" pitchFamily="18" charset="0"/>
                      </a:rPr>
                      <m:t>𝑒</m:t>
                    </m:r>
                    <m:d>
                      <m:dPr>
                        <m:ctrlPr>
                          <a:rPr lang="tr-TR" i="1">
                            <a:solidFill>
                              <a:srgbClr val="836967"/>
                            </a:solidFill>
                            <a:latin typeface="Cambria Math" panose="02040503050406030204" pitchFamily="18" charset="0"/>
                          </a:rPr>
                        </m:ctrlPr>
                      </m:dPr>
                      <m:e>
                        <m:r>
                          <a:rPr lang="tr-TR" i="1">
                            <a:latin typeface="Cambria Math" panose="02040503050406030204" pitchFamily="18" charset="0"/>
                          </a:rPr>
                          <m:t>𝑡</m:t>
                        </m:r>
                      </m:e>
                    </m:d>
                    <m:r>
                      <a:rPr lang="tr-TR" i="0">
                        <a:latin typeface="Cambria Math" panose="02040503050406030204" pitchFamily="18" charset="0"/>
                      </a:rPr>
                      <m:t>+</m:t>
                    </m:r>
                    <m:sSub>
                      <m:sSubPr>
                        <m:ctrlPr>
                          <a:rPr lang="tr-TR" i="1">
                            <a:solidFill>
                              <a:srgbClr val="836967"/>
                            </a:solidFill>
                            <a:latin typeface="Cambria Math" panose="02040503050406030204" pitchFamily="18" charset="0"/>
                          </a:rPr>
                        </m:ctrlPr>
                      </m:sSubPr>
                      <m:e>
                        <m:r>
                          <a:rPr lang="tr-TR" i="1">
                            <a:latin typeface="Cambria Math" panose="02040503050406030204" pitchFamily="18" charset="0"/>
                          </a:rPr>
                          <m:t>𝐾</m:t>
                        </m:r>
                      </m:e>
                      <m:sub>
                        <m:r>
                          <a:rPr lang="tr-TR" i="1">
                            <a:latin typeface="Cambria Math" panose="02040503050406030204" pitchFamily="18" charset="0"/>
                          </a:rPr>
                          <m:t>𝑖</m:t>
                        </m:r>
                      </m:sub>
                    </m:sSub>
                    <m:r>
                      <a:rPr lang="tr-TR" i="0">
                        <a:latin typeface="Cambria Math" panose="02040503050406030204" pitchFamily="18" charset="0"/>
                      </a:rPr>
                      <m:t>×</m:t>
                    </m:r>
                    <m:nary>
                      <m:naryPr>
                        <m:limLoc m:val="subSup"/>
                        <m:ctrlPr>
                          <a:rPr lang="tr-TR" i="1">
                            <a:latin typeface="Cambria Math" panose="02040503050406030204" pitchFamily="18" charset="0"/>
                          </a:rPr>
                        </m:ctrlPr>
                      </m:naryPr>
                      <m:sub>
                        <m:r>
                          <a:rPr lang="tr-TR" i="0">
                            <a:latin typeface="Cambria Math" panose="02040503050406030204" pitchFamily="18" charset="0"/>
                          </a:rPr>
                          <m:t>0</m:t>
                        </m:r>
                      </m:sub>
                      <m:sup>
                        <m:r>
                          <a:rPr lang="tr-TR" i="1">
                            <a:latin typeface="Cambria Math" panose="02040503050406030204" pitchFamily="18" charset="0"/>
                          </a:rPr>
                          <m:t>𝑡</m:t>
                        </m:r>
                      </m:sup>
                      <m:e>
                        <m:r>
                          <a:rPr lang="tr-TR" i="1">
                            <a:latin typeface="Cambria Math" panose="02040503050406030204" pitchFamily="18" charset="0"/>
                          </a:rPr>
                          <m:t>𝑒</m:t>
                        </m:r>
                        <m:d>
                          <m:dPr>
                            <m:ctrlPr>
                              <a:rPr lang="tr-TR" i="1">
                                <a:latin typeface="Cambria Math" panose="02040503050406030204" pitchFamily="18" charset="0"/>
                              </a:rPr>
                            </m:ctrlPr>
                          </m:dPr>
                          <m:e>
                            <m:r>
                              <a:rPr lang="tr-TR" i="1">
                                <a:latin typeface="Cambria Math" panose="02040503050406030204" pitchFamily="18" charset="0"/>
                              </a:rPr>
                              <m:t>𝜏</m:t>
                            </m:r>
                          </m:e>
                        </m:d>
                        <m:r>
                          <a:rPr lang="tr-TR" i="1">
                            <a:latin typeface="Cambria Math" panose="02040503050406030204" pitchFamily="18" charset="0"/>
                          </a:rPr>
                          <m:t>𝑑</m:t>
                        </m:r>
                        <m:r>
                          <a:rPr lang="tr-TR" i="1">
                            <a:latin typeface="Cambria Math" panose="02040503050406030204" pitchFamily="18" charset="0"/>
                          </a:rPr>
                          <m:t>𝜏</m:t>
                        </m:r>
                      </m:e>
                    </m:nary>
                    <m:r>
                      <a:rPr lang="tr-TR" i="0">
                        <a:latin typeface="Cambria Math" panose="02040503050406030204" pitchFamily="18" charset="0"/>
                      </a:rPr>
                      <m:t>+ </m:t>
                    </m:r>
                    <m:sSub>
                      <m:sSubPr>
                        <m:ctrlPr>
                          <a:rPr lang="tr-TR" i="1">
                            <a:solidFill>
                              <a:srgbClr val="836967"/>
                            </a:solidFill>
                            <a:latin typeface="Cambria Math" panose="02040503050406030204" pitchFamily="18" charset="0"/>
                          </a:rPr>
                        </m:ctrlPr>
                      </m:sSubPr>
                      <m:e>
                        <m:r>
                          <a:rPr lang="tr-TR" i="1">
                            <a:latin typeface="Cambria Math" panose="02040503050406030204" pitchFamily="18" charset="0"/>
                          </a:rPr>
                          <m:t>𝐾</m:t>
                        </m:r>
                      </m:e>
                      <m:sub>
                        <m:r>
                          <a:rPr lang="tr-TR" i="1">
                            <a:latin typeface="Cambria Math" panose="02040503050406030204" pitchFamily="18" charset="0"/>
                          </a:rPr>
                          <m:t>𝑑</m:t>
                        </m:r>
                      </m:sub>
                    </m:sSub>
                    <m:r>
                      <a:rPr lang="tr-TR" i="0">
                        <a:latin typeface="Cambria Math" panose="02040503050406030204" pitchFamily="18" charset="0"/>
                      </a:rPr>
                      <m:t>×</m:t>
                    </m:r>
                    <m:f>
                      <m:fPr>
                        <m:ctrlPr>
                          <a:rPr lang="tr-TR" i="1">
                            <a:solidFill>
                              <a:srgbClr val="836967"/>
                            </a:solidFill>
                            <a:latin typeface="Cambria Math" panose="02040503050406030204" pitchFamily="18" charset="0"/>
                          </a:rPr>
                        </m:ctrlPr>
                      </m:fPr>
                      <m:num>
                        <m:r>
                          <a:rPr lang="tr-TR" i="1">
                            <a:latin typeface="Cambria Math" panose="02040503050406030204" pitchFamily="18" charset="0"/>
                          </a:rPr>
                          <m:t>𝑑𝑒</m:t>
                        </m:r>
                        <m:d>
                          <m:dPr>
                            <m:ctrlPr>
                              <a:rPr lang="tr-TR" i="1">
                                <a:latin typeface="Cambria Math" panose="02040503050406030204" pitchFamily="18" charset="0"/>
                              </a:rPr>
                            </m:ctrlPr>
                          </m:dPr>
                          <m:e>
                            <m:r>
                              <a:rPr lang="tr-TR" i="1">
                                <a:latin typeface="Cambria Math" panose="02040503050406030204" pitchFamily="18" charset="0"/>
                              </a:rPr>
                              <m:t>𝑡</m:t>
                            </m:r>
                          </m:e>
                        </m:d>
                      </m:num>
                      <m:den>
                        <m:r>
                          <a:rPr lang="tr-TR" i="1">
                            <a:latin typeface="Cambria Math" panose="02040503050406030204" pitchFamily="18" charset="0"/>
                          </a:rPr>
                          <m:t>𝑑𝑡</m:t>
                        </m:r>
                      </m:den>
                    </m:f>
                  </m:oMath>
                </a14:m>
                <a:r>
                  <a:rPr lang="tr-TR" dirty="0"/>
                  <a:t>        (6)</a:t>
                </a:r>
              </a:p>
            </p:txBody>
          </p:sp>
        </mc:Choice>
        <mc:Fallback xmlns="">
          <p:sp>
            <p:nvSpPr>
              <p:cNvPr id="6" name="Metin kutusu 5">
                <a:extLst>
                  <a:ext uri="{FF2B5EF4-FFF2-40B4-BE49-F238E27FC236}">
                    <a16:creationId xmlns:a16="http://schemas.microsoft.com/office/drawing/2014/main" id="{8EF6863E-83A4-0353-1F4C-F8E58935CD70}"/>
                  </a:ext>
                </a:extLst>
              </p:cNvPr>
              <p:cNvSpPr txBox="1">
                <a:spLocks noRot="1" noChangeAspect="1" noMove="1" noResize="1" noEditPoints="1" noAdjustHandles="1" noChangeArrowheads="1" noChangeShapeType="1" noTextEdit="1"/>
              </p:cNvSpPr>
              <p:nvPr/>
            </p:nvSpPr>
            <p:spPr>
              <a:xfrm>
                <a:off x="339042" y="2416270"/>
                <a:ext cx="6094070" cy="504946"/>
              </a:xfrm>
              <a:prstGeom prst="rect">
                <a:avLst/>
              </a:prstGeom>
              <a:blipFill>
                <a:blip r:embed="rId3"/>
                <a:stretch>
                  <a:fillRect t="-93976" b="-153012"/>
                </a:stretch>
              </a:blipFill>
            </p:spPr>
            <p:txBody>
              <a:bodyPr/>
              <a:lstStyle/>
              <a:p>
                <a:r>
                  <a:rPr lang="tr-TR">
                    <a:noFill/>
                  </a:rPr>
                  <a:t> </a:t>
                </a:r>
              </a:p>
            </p:txBody>
          </p:sp>
        </mc:Fallback>
      </mc:AlternateContent>
      <p:pic>
        <p:nvPicPr>
          <p:cNvPr id="8" name="Resim 7" descr="diyagram, taslak, teknik çizim, plan içeren bir resim&#10;&#10;Açıklama otomatik olarak oluşturuldu">
            <a:extLst>
              <a:ext uri="{FF2B5EF4-FFF2-40B4-BE49-F238E27FC236}">
                <a16:creationId xmlns:a16="http://schemas.microsoft.com/office/drawing/2014/main" id="{147036DD-AB3B-357E-991C-9B4B96FEF417}"/>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392671" y="3814676"/>
            <a:ext cx="4446270" cy="2447158"/>
          </a:xfrm>
          <a:prstGeom prst="rect">
            <a:avLst/>
          </a:prstGeom>
          <a:noFill/>
          <a:ln>
            <a:noFill/>
          </a:ln>
        </p:spPr>
      </p:pic>
      <p:sp>
        <p:nvSpPr>
          <p:cNvPr id="9" name="Metin kutusu 8">
            <a:extLst>
              <a:ext uri="{FF2B5EF4-FFF2-40B4-BE49-F238E27FC236}">
                <a16:creationId xmlns:a16="http://schemas.microsoft.com/office/drawing/2014/main" id="{171F172B-50CE-1336-57B4-030E0E6F401C}"/>
              </a:ext>
            </a:extLst>
          </p:cNvPr>
          <p:cNvSpPr txBox="1"/>
          <p:nvPr/>
        </p:nvSpPr>
        <p:spPr>
          <a:xfrm>
            <a:off x="8669438" y="3366101"/>
            <a:ext cx="2338086" cy="369332"/>
          </a:xfrm>
          <a:prstGeom prst="rect">
            <a:avLst/>
          </a:prstGeom>
          <a:noFill/>
        </p:spPr>
        <p:txBody>
          <a:bodyPr wrap="square" rtlCol="0">
            <a:spAutoFit/>
          </a:bodyPr>
          <a:lstStyle/>
          <a:p>
            <a:r>
              <a:rPr lang="tr-TR" dirty="0"/>
              <a:t>Şekil 6 PID </a:t>
            </a:r>
            <a:r>
              <a:rPr lang="tr-TR" dirty="0" err="1"/>
              <a:t>diagramı</a:t>
            </a:r>
            <a:r>
              <a:rPr lang="tr-TR" dirty="0"/>
              <a:t> </a:t>
            </a:r>
          </a:p>
        </p:txBody>
      </p:sp>
      <p:sp>
        <p:nvSpPr>
          <p:cNvPr id="10" name="Metin kutusu 9">
            <a:extLst>
              <a:ext uri="{FF2B5EF4-FFF2-40B4-BE49-F238E27FC236}">
                <a16:creationId xmlns:a16="http://schemas.microsoft.com/office/drawing/2014/main" id="{6E90AE91-9FE3-6B40-507D-92879476433D}"/>
              </a:ext>
            </a:extLst>
          </p:cNvPr>
          <p:cNvSpPr txBox="1"/>
          <p:nvPr/>
        </p:nvSpPr>
        <p:spPr>
          <a:xfrm>
            <a:off x="8137002" y="6327653"/>
            <a:ext cx="2957607" cy="369332"/>
          </a:xfrm>
          <a:prstGeom prst="rect">
            <a:avLst/>
          </a:prstGeom>
          <a:noFill/>
        </p:spPr>
        <p:txBody>
          <a:bodyPr wrap="square" rtlCol="0">
            <a:spAutoFit/>
          </a:bodyPr>
          <a:lstStyle/>
          <a:p>
            <a:r>
              <a:rPr lang="tr-TR" dirty="0"/>
              <a:t>Şekil 7- Optimal PID </a:t>
            </a:r>
            <a:r>
              <a:rPr lang="tr-TR" dirty="0" err="1"/>
              <a:t>diagramı</a:t>
            </a:r>
            <a:r>
              <a:rPr lang="tr-TR" dirty="0"/>
              <a:t> </a:t>
            </a:r>
          </a:p>
        </p:txBody>
      </p:sp>
    </p:spTree>
    <p:extLst>
      <p:ext uri="{BB962C8B-B14F-4D97-AF65-F5344CB8AC3E}">
        <p14:creationId xmlns:p14="http://schemas.microsoft.com/office/powerpoint/2010/main" val="9894592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6174F5E-840E-76AA-98FA-FCF70414EE97}"/>
              </a:ext>
            </a:extLst>
          </p:cNvPr>
          <p:cNvSpPr>
            <a:spLocks noGrp="1"/>
          </p:cNvSpPr>
          <p:nvPr>
            <p:ph type="title"/>
          </p:nvPr>
        </p:nvSpPr>
        <p:spPr>
          <a:xfrm>
            <a:off x="238552" y="96371"/>
            <a:ext cx="6638109" cy="631806"/>
          </a:xfrm>
        </p:spPr>
        <p:txBody>
          <a:bodyPr>
            <a:normAutofit fontScale="90000"/>
          </a:bodyPr>
          <a:lstStyle/>
          <a:p>
            <a:r>
              <a:rPr lang="tr-TR" b="1" dirty="0">
                <a:effectLst>
                  <a:outerShdw blurRad="38100" dist="38100" dir="2700000" algn="tl">
                    <a:srgbClr val="000000">
                      <a:alpha val="43137"/>
                    </a:srgbClr>
                  </a:outerShdw>
                </a:effectLst>
              </a:rPr>
              <a:t>Kontrolcü Tasarımı- Optimal PID</a:t>
            </a:r>
            <a:endParaRPr lang="tr-TR" dirty="0">
              <a:effectLst>
                <a:outerShdw blurRad="38100" dist="38100" dir="2700000" algn="tl">
                  <a:srgbClr val="000000">
                    <a:alpha val="43137"/>
                  </a:srgbClr>
                </a:outerShdw>
              </a:effectLst>
            </a:endParaRPr>
          </a:p>
        </p:txBody>
      </p:sp>
      <p:sp>
        <p:nvSpPr>
          <p:cNvPr id="6" name="İçerik Yer Tutucusu 5">
            <a:extLst>
              <a:ext uri="{FF2B5EF4-FFF2-40B4-BE49-F238E27FC236}">
                <a16:creationId xmlns:a16="http://schemas.microsoft.com/office/drawing/2014/main" id="{EFA1B632-822C-2CC4-7200-1D0EF11AF969}"/>
              </a:ext>
            </a:extLst>
          </p:cNvPr>
          <p:cNvSpPr>
            <a:spLocks noGrp="1"/>
          </p:cNvSpPr>
          <p:nvPr>
            <p:ph idx="1"/>
          </p:nvPr>
        </p:nvSpPr>
        <p:spPr>
          <a:xfrm>
            <a:off x="127518" y="790291"/>
            <a:ext cx="3632719" cy="393339"/>
          </a:xfrm>
        </p:spPr>
        <p:txBody>
          <a:bodyPr>
            <a:normAutofit/>
          </a:bodyPr>
          <a:lstStyle/>
          <a:p>
            <a:r>
              <a:rPr lang="tr-TR" sz="2000" b="1" dirty="0"/>
              <a:t>Genetik Algoritması Adımları</a:t>
            </a:r>
          </a:p>
        </p:txBody>
      </p:sp>
      <p:pic>
        <p:nvPicPr>
          <p:cNvPr id="7" name="Resim 6" descr="metin, ekran görüntüsü, çizgi, yazı tipi içeren bir resim&#10;&#10;Açıklama otomatik olarak oluşturuldu">
            <a:extLst>
              <a:ext uri="{FF2B5EF4-FFF2-40B4-BE49-F238E27FC236}">
                <a16:creationId xmlns:a16="http://schemas.microsoft.com/office/drawing/2014/main" id="{6FEEE079-9CC5-51BC-127F-BAFBD6E61DED}"/>
              </a:ext>
            </a:extLst>
          </p:cNvPr>
          <p:cNvPicPr>
            <a:picLocks noChangeAspect="1"/>
          </p:cNvPicPr>
          <p:nvPr/>
        </p:nvPicPr>
        <p:blipFill rotWithShape="1">
          <a:blip r:embed="rId2"/>
          <a:srcRect l="11756" t="3834" r="12621" b="1525"/>
          <a:stretch/>
        </p:blipFill>
        <p:spPr bwMode="auto">
          <a:xfrm>
            <a:off x="46995" y="1589458"/>
            <a:ext cx="3479635" cy="3670556"/>
          </a:xfrm>
          <a:prstGeom prst="rect">
            <a:avLst/>
          </a:prstGeom>
          <a:ln>
            <a:noFill/>
          </a:ln>
          <a:extLst>
            <a:ext uri="{53640926-AAD7-44D8-BBD7-CCE9431645EC}">
              <a14:shadowObscured xmlns:a14="http://schemas.microsoft.com/office/drawing/2010/main"/>
            </a:ext>
          </a:extLst>
        </p:spPr>
      </p:pic>
      <p:sp>
        <p:nvSpPr>
          <p:cNvPr id="8" name="İçerik Yer Tutucusu 5">
            <a:extLst>
              <a:ext uri="{FF2B5EF4-FFF2-40B4-BE49-F238E27FC236}">
                <a16:creationId xmlns:a16="http://schemas.microsoft.com/office/drawing/2014/main" id="{2DC2947E-11B3-6AB3-9A9E-F9F4311F81A1}"/>
              </a:ext>
            </a:extLst>
          </p:cNvPr>
          <p:cNvSpPr txBox="1">
            <a:spLocks/>
          </p:cNvSpPr>
          <p:nvPr/>
        </p:nvSpPr>
        <p:spPr>
          <a:xfrm>
            <a:off x="4049077" y="804672"/>
            <a:ext cx="3632719" cy="39333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tr-TR" sz="2000" b="1" dirty="0"/>
              <a:t>GA - Matlab Entegrasyonu</a:t>
            </a:r>
          </a:p>
        </p:txBody>
      </p:sp>
      <p:pic>
        <p:nvPicPr>
          <p:cNvPr id="10" name="Resim 9" descr="metin, yazı tipi, ekran görüntüsü, çizgi içeren bir resim&#10;&#10;Açıklama otomatik olarak oluşturuldu">
            <a:extLst>
              <a:ext uri="{FF2B5EF4-FFF2-40B4-BE49-F238E27FC236}">
                <a16:creationId xmlns:a16="http://schemas.microsoft.com/office/drawing/2014/main" id="{445648C6-4319-811E-4B3D-740EC0193C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49078" y="1589458"/>
            <a:ext cx="3420952" cy="1247047"/>
          </a:xfrm>
          <a:prstGeom prst="rect">
            <a:avLst/>
          </a:prstGeom>
        </p:spPr>
      </p:pic>
      <p:pic>
        <p:nvPicPr>
          <p:cNvPr id="12" name="Resim 11" descr="metin, ekran görüntüsü, yazı tipi içeren bir resim&#10;&#10;Açıklama otomatik olarak oluşturuldu">
            <a:extLst>
              <a:ext uri="{FF2B5EF4-FFF2-40B4-BE49-F238E27FC236}">
                <a16:creationId xmlns:a16="http://schemas.microsoft.com/office/drawing/2014/main" id="{DAA304E7-E017-3122-74F0-FFB01577747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26630" y="4148735"/>
            <a:ext cx="7521592" cy="2728196"/>
          </a:xfrm>
          <a:prstGeom prst="rect">
            <a:avLst/>
          </a:prstGeom>
        </p:spPr>
      </p:pic>
      <p:sp>
        <p:nvSpPr>
          <p:cNvPr id="13" name="İçerik Yer Tutucusu 5">
            <a:extLst>
              <a:ext uri="{FF2B5EF4-FFF2-40B4-BE49-F238E27FC236}">
                <a16:creationId xmlns:a16="http://schemas.microsoft.com/office/drawing/2014/main" id="{FFC8E259-F5D3-5EB2-5948-1A2497AD9239}"/>
              </a:ext>
            </a:extLst>
          </p:cNvPr>
          <p:cNvSpPr txBox="1">
            <a:spLocks/>
          </p:cNvSpPr>
          <p:nvPr/>
        </p:nvSpPr>
        <p:spPr>
          <a:xfrm>
            <a:off x="8201218" y="411333"/>
            <a:ext cx="3632719" cy="39333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tr-TR" sz="2000" b="1" dirty="0"/>
              <a:t>Çıktılar</a:t>
            </a:r>
          </a:p>
        </p:txBody>
      </p:sp>
      <p:pic>
        <p:nvPicPr>
          <p:cNvPr id="14" name="Resim 13" descr="metin, ekran görüntüsü, diyagram, sayı, numara içeren bir resim&#10;&#10;Açıklama otomatik olarak oluşturuldu">
            <a:extLst>
              <a:ext uri="{FF2B5EF4-FFF2-40B4-BE49-F238E27FC236}">
                <a16:creationId xmlns:a16="http://schemas.microsoft.com/office/drawing/2014/main" id="{052F18CF-EEDF-330D-812F-378EA772D334}"/>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7787680" y="709701"/>
            <a:ext cx="3421380" cy="2564765"/>
          </a:xfrm>
          <a:prstGeom prst="rect">
            <a:avLst/>
          </a:prstGeom>
          <a:noFill/>
          <a:ln>
            <a:noFill/>
          </a:ln>
        </p:spPr>
      </p:pic>
      <p:pic>
        <p:nvPicPr>
          <p:cNvPr id="15" name="Resim 14" descr="metin, ekran görüntüsü, yazı tipi içeren bir resim&#10;&#10;Açıklama otomatik olarak oluşturuldu">
            <a:extLst>
              <a:ext uri="{FF2B5EF4-FFF2-40B4-BE49-F238E27FC236}">
                <a16:creationId xmlns:a16="http://schemas.microsoft.com/office/drawing/2014/main" id="{E10E67C0-83B9-BF67-C95C-4B26D6F5E62E}"/>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7868292" y="3274466"/>
            <a:ext cx="3497580" cy="2148840"/>
          </a:xfrm>
          <a:prstGeom prst="rect">
            <a:avLst/>
          </a:prstGeom>
          <a:noFill/>
          <a:ln>
            <a:noFill/>
          </a:ln>
        </p:spPr>
      </p:pic>
      <p:sp>
        <p:nvSpPr>
          <p:cNvPr id="17" name="Metin kutusu 16">
            <a:extLst>
              <a:ext uri="{FF2B5EF4-FFF2-40B4-BE49-F238E27FC236}">
                <a16:creationId xmlns:a16="http://schemas.microsoft.com/office/drawing/2014/main" id="{9DC55D33-3CB6-C1FB-057F-1542A0AEB435}"/>
              </a:ext>
            </a:extLst>
          </p:cNvPr>
          <p:cNvSpPr txBox="1"/>
          <p:nvPr/>
        </p:nvSpPr>
        <p:spPr>
          <a:xfrm>
            <a:off x="522513" y="5481176"/>
            <a:ext cx="1950099" cy="338554"/>
          </a:xfrm>
          <a:prstGeom prst="rect">
            <a:avLst/>
          </a:prstGeom>
          <a:noFill/>
        </p:spPr>
        <p:txBody>
          <a:bodyPr wrap="square" rtlCol="0">
            <a:spAutoFit/>
          </a:bodyPr>
          <a:lstStyle/>
          <a:p>
            <a:r>
              <a:rPr lang="tr-TR" sz="1600" dirty="0"/>
              <a:t>Şekil 8-GA adımları</a:t>
            </a:r>
          </a:p>
        </p:txBody>
      </p:sp>
      <p:sp>
        <p:nvSpPr>
          <p:cNvPr id="18" name="Metin kutusu 17">
            <a:extLst>
              <a:ext uri="{FF2B5EF4-FFF2-40B4-BE49-F238E27FC236}">
                <a16:creationId xmlns:a16="http://schemas.microsoft.com/office/drawing/2014/main" id="{251DB556-8F1F-5838-8536-88F5699AB4B3}"/>
              </a:ext>
            </a:extLst>
          </p:cNvPr>
          <p:cNvSpPr txBox="1"/>
          <p:nvPr/>
        </p:nvSpPr>
        <p:spPr>
          <a:xfrm>
            <a:off x="4366728" y="2836505"/>
            <a:ext cx="2346994" cy="338554"/>
          </a:xfrm>
          <a:prstGeom prst="rect">
            <a:avLst/>
          </a:prstGeom>
          <a:noFill/>
        </p:spPr>
        <p:txBody>
          <a:bodyPr wrap="square" rtlCol="0">
            <a:spAutoFit/>
          </a:bodyPr>
          <a:lstStyle/>
          <a:p>
            <a:r>
              <a:rPr lang="tr-TR" sz="1600" dirty="0"/>
              <a:t>Şekil 9-GA çağırılan </a:t>
            </a:r>
            <a:r>
              <a:rPr lang="tr-TR" sz="1600" dirty="0" err="1"/>
              <a:t>fonks</a:t>
            </a:r>
            <a:r>
              <a:rPr lang="tr-TR" sz="1600" dirty="0"/>
              <a:t>.</a:t>
            </a:r>
          </a:p>
        </p:txBody>
      </p:sp>
      <p:sp>
        <p:nvSpPr>
          <p:cNvPr id="19" name="Metin kutusu 18">
            <a:extLst>
              <a:ext uri="{FF2B5EF4-FFF2-40B4-BE49-F238E27FC236}">
                <a16:creationId xmlns:a16="http://schemas.microsoft.com/office/drawing/2014/main" id="{EA56746B-D0D7-9938-C463-9E801F048935}"/>
              </a:ext>
            </a:extLst>
          </p:cNvPr>
          <p:cNvSpPr txBox="1"/>
          <p:nvPr/>
        </p:nvSpPr>
        <p:spPr>
          <a:xfrm>
            <a:off x="4507956" y="5395782"/>
            <a:ext cx="2346994" cy="338554"/>
          </a:xfrm>
          <a:prstGeom prst="rect">
            <a:avLst/>
          </a:prstGeom>
          <a:noFill/>
        </p:spPr>
        <p:txBody>
          <a:bodyPr wrap="square" rtlCol="0">
            <a:spAutoFit/>
          </a:bodyPr>
          <a:lstStyle/>
          <a:p>
            <a:r>
              <a:rPr lang="tr-TR" sz="1600" dirty="0"/>
              <a:t>Şekil 10-GA ana kodu</a:t>
            </a:r>
          </a:p>
        </p:txBody>
      </p:sp>
      <p:sp>
        <p:nvSpPr>
          <p:cNvPr id="20" name="Metin kutusu 19">
            <a:extLst>
              <a:ext uri="{FF2B5EF4-FFF2-40B4-BE49-F238E27FC236}">
                <a16:creationId xmlns:a16="http://schemas.microsoft.com/office/drawing/2014/main" id="{49682CCB-82B3-DF16-0F8F-AD86D8E94BB7}"/>
              </a:ext>
            </a:extLst>
          </p:cNvPr>
          <p:cNvSpPr txBox="1"/>
          <p:nvPr/>
        </p:nvSpPr>
        <p:spPr>
          <a:xfrm>
            <a:off x="9018878" y="3255459"/>
            <a:ext cx="2346994" cy="338554"/>
          </a:xfrm>
          <a:prstGeom prst="rect">
            <a:avLst/>
          </a:prstGeom>
          <a:noFill/>
        </p:spPr>
        <p:txBody>
          <a:bodyPr wrap="square" rtlCol="0">
            <a:spAutoFit/>
          </a:bodyPr>
          <a:lstStyle/>
          <a:p>
            <a:r>
              <a:rPr lang="tr-TR" sz="1600" dirty="0"/>
              <a:t>Şekil 11-Uygunluk değeri</a:t>
            </a:r>
          </a:p>
        </p:txBody>
      </p:sp>
      <p:sp>
        <p:nvSpPr>
          <p:cNvPr id="21" name="Metin kutusu 20">
            <a:extLst>
              <a:ext uri="{FF2B5EF4-FFF2-40B4-BE49-F238E27FC236}">
                <a16:creationId xmlns:a16="http://schemas.microsoft.com/office/drawing/2014/main" id="{6F5D5413-8D38-756E-992B-6FA7B1E4761A}"/>
              </a:ext>
            </a:extLst>
          </p:cNvPr>
          <p:cNvSpPr txBox="1"/>
          <p:nvPr/>
        </p:nvSpPr>
        <p:spPr>
          <a:xfrm>
            <a:off x="8555456" y="5437126"/>
            <a:ext cx="2939857" cy="338554"/>
          </a:xfrm>
          <a:prstGeom prst="rect">
            <a:avLst/>
          </a:prstGeom>
          <a:noFill/>
        </p:spPr>
        <p:txBody>
          <a:bodyPr wrap="square" rtlCol="0">
            <a:spAutoFit/>
          </a:bodyPr>
          <a:lstStyle/>
          <a:p>
            <a:r>
              <a:rPr lang="tr-TR" sz="1600" dirty="0"/>
              <a:t>Şekil 12-Elde edilen K değerleri</a:t>
            </a:r>
          </a:p>
        </p:txBody>
      </p:sp>
    </p:spTree>
    <p:extLst>
      <p:ext uri="{BB962C8B-B14F-4D97-AF65-F5344CB8AC3E}">
        <p14:creationId xmlns:p14="http://schemas.microsoft.com/office/powerpoint/2010/main" val="10341812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726A7C2-B7B9-617D-2372-FF5635D6BDF3}"/>
              </a:ext>
            </a:extLst>
          </p:cNvPr>
          <p:cNvSpPr>
            <a:spLocks noGrp="1"/>
          </p:cNvSpPr>
          <p:nvPr>
            <p:ph type="title"/>
          </p:nvPr>
        </p:nvSpPr>
        <p:spPr>
          <a:xfrm>
            <a:off x="143719" y="0"/>
            <a:ext cx="10515600" cy="1006997"/>
          </a:xfrm>
        </p:spPr>
        <p:txBody>
          <a:bodyPr/>
          <a:lstStyle/>
          <a:p>
            <a:r>
              <a:rPr lang="tr-TR" b="1" dirty="0">
                <a:effectLst>
                  <a:outerShdw blurRad="38100" dist="38100" dir="2700000" algn="tl">
                    <a:srgbClr val="000000">
                      <a:alpha val="43137"/>
                    </a:srgbClr>
                  </a:outerShdw>
                </a:effectLst>
              </a:rPr>
              <a:t>Kontrolcü Tasarımı- Optimal PID</a:t>
            </a:r>
            <a:endParaRPr lang="tr-TR" dirty="0">
              <a:effectLst>
                <a:outerShdw blurRad="38100" dist="38100" dir="2700000" algn="tl">
                  <a:srgbClr val="000000">
                    <a:alpha val="43137"/>
                  </a:srgbClr>
                </a:outerShdw>
              </a:effectLst>
            </a:endParaRPr>
          </a:p>
        </p:txBody>
      </p:sp>
      <p:pic>
        <p:nvPicPr>
          <p:cNvPr id="4" name="İçerik Yer Tutucusu 3" descr="diyagram, metin, plan, çizgi içeren bir resim&#10;&#10;Açıklama otomatik olarak oluşturuldu">
            <a:extLst>
              <a:ext uri="{FF2B5EF4-FFF2-40B4-BE49-F238E27FC236}">
                <a16:creationId xmlns:a16="http://schemas.microsoft.com/office/drawing/2014/main" id="{A0E60E31-5104-F392-B71C-8A2EB709EAD2}"/>
              </a:ext>
            </a:extLst>
          </p:cNvPr>
          <p:cNvPicPr>
            <a:picLocks noGrp="1" noChangeAspect="1"/>
          </p:cNvPicPr>
          <p:nvPr>
            <p:ph idx="1"/>
          </p:nvPr>
        </p:nvPicPr>
        <p:blipFill>
          <a:blip r:embed="rId2"/>
          <a:stretch>
            <a:fillRect/>
          </a:stretch>
        </p:blipFill>
        <p:spPr>
          <a:xfrm>
            <a:off x="768514" y="1404847"/>
            <a:ext cx="9764211" cy="4421530"/>
          </a:xfrm>
          <a:prstGeom prst="rect">
            <a:avLst/>
          </a:prstGeom>
        </p:spPr>
      </p:pic>
      <p:sp>
        <p:nvSpPr>
          <p:cNvPr id="5" name="Metin kutusu 4">
            <a:extLst>
              <a:ext uri="{FF2B5EF4-FFF2-40B4-BE49-F238E27FC236}">
                <a16:creationId xmlns:a16="http://schemas.microsoft.com/office/drawing/2014/main" id="{BCB17227-B6C1-2BEB-D452-B1F03C379655}"/>
              </a:ext>
            </a:extLst>
          </p:cNvPr>
          <p:cNvSpPr txBox="1"/>
          <p:nvPr/>
        </p:nvSpPr>
        <p:spPr>
          <a:xfrm>
            <a:off x="4661482" y="5885673"/>
            <a:ext cx="3381506" cy="338554"/>
          </a:xfrm>
          <a:prstGeom prst="rect">
            <a:avLst/>
          </a:prstGeom>
          <a:noFill/>
        </p:spPr>
        <p:txBody>
          <a:bodyPr wrap="square" rtlCol="0">
            <a:spAutoFit/>
          </a:bodyPr>
          <a:lstStyle/>
          <a:p>
            <a:r>
              <a:rPr lang="tr-TR" sz="1600" dirty="0"/>
              <a:t>Şekil 13-Optimal PID </a:t>
            </a:r>
            <a:r>
              <a:rPr lang="tr-TR" sz="1600" dirty="0" err="1"/>
              <a:t>Simulink</a:t>
            </a:r>
            <a:r>
              <a:rPr lang="tr-TR" sz="1600" dirty="0"/>
              <a:t> </a:t>
            </a:r>
            <a:r>
              <a:rPr lang="tr-TR" sz="1600" dirty="0" err="1"/>
              <a:t>diagramı</a:t>
            </a:r>
            <a:endParaRPr lang="tr-TR" sz="1600" dirty="0"/>
          </a:p>
        </p:txBody>
      </p:sp>
    </p:spTree>
    <p:extLst>
      <p:ext uri="{BB962C8B-B14F-4D97-AF65-F5344CB8AC3E}">
        <p14:creationId xmlns:p14="http://schemas.microsoft.com/office/powerpoint/2010/main" val="33198030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6D3518C-D879-DEBB-52B1-44B846D100A2}"/>
              </a:ext>
            </a:extLst>
          </p:cNvPr>
          <p:cNvSpPr>
            <a:spLocks noGrp="1"/>
          </p:cNvSpPr>
          <p:nvPr>
            <p:ph type="title"/>
          </p:nvPr>
        </p:nvSpPr>
        <p:spPr>
          <a:xfrm>
            <a:off x="838200" y="59690"/>
            <a:ext cx="10515600" cy="1325563"/>
          </a:xfrm>
        </p:spPr>
        <p:txBody>
          <a:bodyPr/>
          <a:lstStyle/>
          <a:p>
            <a:r>
              <a:rPr lang="tr-TR" b="1" dirty="0">
                <a:effectLst>
                  <a:outerShdw blurRad="38100" dist="38100" dir="2700000" algn="tl">
                    <a:srgbClr val="000000">
                      <a:alpha val="43137"/>
                    </a:srgbClr>
                  </a:outerShdw>
                </a:effectLst>
              </a:rPr>
              <a:t>Kontrolcü Tasarımı- Optimal LQR</a:t>
            </a:r>
            <a:endParaRPr lang="tr-TR" dirty="0"/>
          </a:p>
        </p:txBody>
      </p:sp>
      <p:sp>
        <p:nvSpPr>
          <p:cNvPr id="3" name="İçerik Yer Tutucusu 2">
            <a:extLst>
              <a:ext uri="{FF2B5EF4-FFF2-40B4-BE49-F238E27FC236}">
                <a16:creationId xmlns:a16="http://schemas.microsoft.com/office/drawing/2014/main" id="{CBBAF409-2B62-794F-260C-7E0A88D5AA6F}"/>
              </a:ext>
            </a:extLst>
          </p:cNvPr>
          <p:cNvSpPr>
            <a:spLocks noGrp="1"/>
          </p:cNvSpPr>
          <p:nvPr>
            <p:ph idx="1"/>
          </p:nvPr>
        </p:nvSpPr>
        <p:spPr>
          <a:xfrm>
            <a:off x="604520" y="1253331"/>
            <a:ext cx="10515600" cy="4351338"/>
          </a:xfrm>
        </p:spPr>
        <p:txBody>
          <a:bodyPr/>
          <a:lstStyle/>
          <a:p>
            <a:r>
              <a:rPr lang="tr-TR" sz="1800" dirty="0">
                <a:effectLst/>
                <a:latin typeface="Times New Roman" panose="02020603050405020304" pitchFamily="18" charset="0"/>
                <a:ea typeface="Times New Roman" panose="02020603050405020304" pitchFamily="18" charset="0"/>
              </a:rPr>
              <a:t>Q ve R ağırlık matrislerini belirlemek amacıyla hibrit parçacık sürüsü optimizasyonu ve genetik algoritma kullanılmıştır. Genetik algoritmalar, diğer geleneksel optimizasyon yöntemlerine göre daha iyi yakınsama performansına sahip olsa da, yerel arama yakınsama yeteneğinin zayıf olması nedeniyle verimlilik sorunları yaşanabilir. Buna karşın, parçacık sürüsü optimizasyon algoritması daha verimli çalışmaktadır. Bu nedenle, en uygun çözümü elde etmek için her iki algoritmanın avantajlarını birleştiren hibrit bir optimizasyon yöntemi kullanılmıştır.</a:t>
            </a:r>
          </a:p>
        </p:txBody>
      </p:sp>
      <p:pic>
        <p:nvPicPr>
          <p:cNvPr id="4" name="Resim 3">
            <a:extLst>
              <a:ext uri="{FF2B5EF4-FFF2-40B4-BE49-F238E27FC236}">
                <a16:creationId xmlns:a16="http://schemas.microsoft.com/office/drawing/2014/main" id="{4819D941-F9C6-31D8-C90F-D19E3B72A141}"/>
              </a:ext>
            </a:extLst>
          </p:cNvPr>
          <p:cNvPicPr>
            <a:picLocks noChangeAspect="1"/>
          </p:cNvPicPr>
          <p:nvPr/>
        </p:nvPicPr>
        <p:blipFill>
          <a:blip r:embed="rId2"/>
          <a:stretch>
            <a:fillRect/>
          </a:stretch>
        </p:blipFill>
        <p:spPr>
          <a:xfrm>
            <a:off x="3801793" y="2578894"/>
            <a:ext cx="3911223" cy="3434080"/>
          </a:xfrm>
          <a:prstGeom prst="rect">
            <a:avLst/>
          </a:prstGeom>
        </p:spPr>
      </p:pic>
      <p:sp>
        <p:nvSpPr>
          <p:cNvPr id="7" name="Metin kutusu 6">
            <a:extLst>
              <a:ext uri="{FF2B5EF4-FFF2-40B4-BE49-F238E27FC236}">
                <a16:creationId xmlns:a16="http://schemas.microsoft.com/office/drawing/2014/main" id="{592319C9-C9E1-9905-E62C-BCCE8C96AC33}"/>
              </a:ext>
            </a:extLst>
          </p:cNvPr>
          <p:cNvSpPr txBox="1"/>
          <p:nvPr/>
        </p:nvSpPr>
        <p:spPr>
          <a:xfrm>
            <a:off x="3652503" y="6026364"/>
            <a:ext cx="3821317" cy="369332"/>
          </a:xfrm>
          <a:prstGeom prst="rect">
            <a:avLst/>
          </a:prstGeom>
          <a:noFill/>
        </p:spPr>
        <p:txBody>
          <a:bodyPr wrap="square" rtlCol="0">
            <a:spAutoFit/>
          </a:bodyPr>
          <a:lstStyle/>
          <a:p>
            <a:r>
              <a:rPr lang="tr-TR" dirty="0"/>
              <a:t>Şekil – 14 Optimizasyon akış şeması </a:t>
            </a:r>
          </a:p>
        </p:txBody>
      </p:sp>
    </p:spTree>
    <p:extLst>
      <p:ext uri="{BB962C8B-B14F-4D97-AF65-F5344CB8AC3E}">
        <p14:creationId xmlns:p14="http://schemas.microsoft.com/office/powerpoint/2010/main" val="10989236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D7D4552-D296-2C77-835F-EBDBED963056}"/>
              </a:ext>
            </a:extLst>
          </p:cNvPr>
          <p:cNvSpPr>
            <a:spLocks noGrp="1"/>
          </p:cNvSpPr>
          <p:nvPr>
            <p:ph type="title"/>
          </p:nvPr>
        </p:nvSpPr>
        <p:spPr/>
        <p:txBody>
          <a:bodyPr/>
          <a:lstStyle/>
          <a:p>
            <a:r>
              <a:rPr lang="tr-TR" b="1" dirty="0">
                <a:effectLst>
                  <a:outerShdw blurRad="38100" dist="38100" dir="2700000" algn="tl">
                    <a:srgbClr val="000000">
                      <a:alpha val="43137"/>
                    </a:srgbClr>
                  </a:outerShdw>
                </a:effectLst>
              </a:rPr>
              <a:t>Kontrolcü Tasarımı- Optimal LQR</a:t>
            </a:r>
            <a:endParaRPr lang="tr-TR" dirty="0"/>
          </a:p>
        </p:txBody>
      </p:sp>
      <p:sp>
        <p:nvSpPr>
          <p:cNvPr id="3" name="İçerik Yer Tutucusu 2">
            <a:extLst>
              <a:ext uri="{FF2B5EF4-FFF2-40B4-BE49-F238E27FC236}">
                <a16:creationId xmlns:a16="http://schemas.microsoft.com/office/drawing/2014/main" id="{AB9F03EA-AAFC-D177-CA8F-6797214E621E}"/>
              </a:ext>
            </a:extLst>
          </p:cNvPr>
          <p:cNvSpPr>
            <a:spLocks noGrp="1"/>
          </p:cNvSpPr>
          <p:nvPr>
            <p:ph idx="1"/>
          </p:nvPr>
        </p:nvSpPr>
        <p:spPr>
          <a:xfrm>
            <a:off x="730064" y="1530985"/>
            <a:ext cx="10515600" cy="4351338"/>
          </a:xfrm>
        </p:spPr>
        <p:txBody>
          <a:bodyPr/>
          <a:lstStyle/>
          <a:p>
            <a:pPr>
              <a:lnSpc>
                <a:spcPct val="150000"/>
              </a:lnSpc>
            </a:pPr>
            <a:r>
              <a:rPr lang="tr-TR" sz="1800" dirty="0">
                <a:effectLst/>
                <a:latin typeface="Times New Roman" panose="02020603050405020304" pitchFamily="18" charset="0"/>
                <a:ea typeface="Times New Roman" panose="02020603050405020304" pitchFamily="18" charset="0"/>
              </a:rPr>
              <a:t>Kontrolcünün Matlab / </a:t>
            </a:r>
            <a:r>
              <a:rPr lang="tr-TR" sz="1800" dirty="0" err="1">
                <a:effectLst/>
                <a:latin typeface="Times New Roman" panose="02020603050405020304" pitchFamily="18" charset="0"/>
                <a:ea typeface="Times New Roman" panose="02020603050405020304" pitchFamily="18" charset="0"/>
              </a:rPr>
              <a:t>Simulink</a:t>
            </a:r>
            <a:r>
              <a:rPr lang="tr-TR" sz="1800" dirty="0">
                <a:effectLst/>
                <a:latin typeface="Times New Roman" panose="02020603050405020304" pitchFamily="18" charset="0"/>
                <a:ea typeface="Times New Roman" panose="02020603050405020304" pitchFamily="18" charset="0"/>
              </a:rPr>
              <a:t> ortamında çalışma şekli şu şekildedir.</a:t>
            </a:r>
          </a:p>
          <a:p>
            <a:pPr>
              <a:lnSpc>
                <a:spcPct val="150000"/>
              </a:lnSpc>
            </a:pPr>
            <a:r>
              <a:rPr lang="tr-TR" sz="1800" dirty="0">
                <a:effectLst/>
                <a:latin typeface="Times New Roman" panose="02020603050405020304" pitchFamily="18" charset="0"/>
                <a:ea typeface="Times New Roman" panose="02020603050405020304" pitchFamily="18" charset="0"/>
              </a:rPr>
              <a:t>q1 , q2 , q3 , q4 değerleri ağırlık matrisi olan </a:t>
            </a:r>
            <a:r>
              <a:rPr lang="tr-TR" sz="1800" dirty="0" err="1">
                <a:effectLst/>
                <a:latin typeface="Times New Roman" panose="02020603050405020304" pitchFamily="18" charset="0"/>
                <a:ea typeface="Times New Roman" panose="02020603050405020304" pitchFamily="18" charset="0"/>
              </a:rPr>
              <a:t>Q’nun</a:t>
            </a:r>
            <a:r>
              <a:rPr lang="tr-TR" sz="1800" dirty="0">
                <a:effectLst/>
                <a:latin typeface="Times New Roman" panose="02020603050405020304" pitchFamily="18" charset="0"/>
                <a:ea typeface="Times New Roman" panose="02020603050405020304" pitchFamily="18" charset="0"/>
              </a:rPr>
              <a:t> </a:t>
            </a:r>
            <a:r>
              <a:rPr lang="tr-TR" sz="1800" dirty="0" err="1">
                <a:effectLst/>
                <a:latin typeface="Times New Roman" panose="02020603050405020304" pitchFamily="18" charset="0"/>
                <a:ea typeface="Times New Roman" panose="02020603050405020304" pitchFamily="18" charset="0"/>
              </a:rPr>
              <a:t>diagonal</a:t>
            </a:r>
            <a:r>
              <a:rPr lang="tr-TR" sz="1800" dirty="0">
                <a:effectLst/>
                <a:latin typeface="Times New Roman" panose="02020603050405020304" pitchFamily="18" charset="0"/>
                <a:ea typeface="Times New Roman" panose="02020603050405020304" pitchFamily="18" charset="0"/>
              </a:rPr>
              <a:t> terimlerini , q5 ise R matrisinin değerini ifade eder. PSO + GA kodlarımızı çalıştırdığımızda girdiğimiz adım sayısı kadar iterasyon yaparak çıkışında bulduğu optimal ‘k’ </a:t>
            </a:r>
            <a:r>
              <a:rPr lang="tr-TR" sz="1800" dirty="0" err="1">
                <a:effectLst/>
                <a:latin typeface="Times New Roman" panose="02020603050405020304" pitchFamily="18" charset="0"/>
                <a:ea typeface="Times New Roman" panose="02020603050405020304" pitchFamily="18" charset="0"/>
              </a:rPr>
              <a:t>gainini</a:t>
            </a:r>
            <a:r>
              <a:rPr lang="tr-TR" sz="1800" dirty="0">
                <a:effectLst/>
                <a:latin typeface="Times New Roman" panose="02020603050405020304" pitchFamily="18" charset="0"/>
                <a:ea typeface="Times New Roman" panose="02020603050405020304" pitchFamily="18" charset="0"/>
              </a:rPr>
              <a:t> verir. </a:t>
            </a:r>
          </a:p>
          <a:p>
            <a:endParaRPr lang="tr-TR" dirty="0"/>
          </a:p>
        </p:txBody>
      </p:sp>
      <p:pic>
        <p:nvPicPr>
          <p:cNvPr id="4" name="Resim 3" descr="metin, ekran görüntüsü, diyagram, yazı tipi içeren bir resim&#10;&#10;Açıklama otomatik olarak oluşturuldu">
            <a:extLst>
              <a:ext uri="{FF2B5EF4-FFF2-40B4-BE49-F238E27FC236}">
                <a16:creationId xmlns:a16="http://schemas.microsoft.com/office/drawing/2014/main" id="{4B6695B4-1409-0410-0ED3-332417A5E064}"/>
              </a:ext>
            </a:extLst>
          </p:cNvPr>
          <p:cNvPicPr>
            <a:picLocks noChangeAspect="1"/>
          </p:cNvPicPr>
          <p:nvPr/>
        </p:nvPicPr>
        <p:blipFill>
          <a:blip r:embed="rId2"/>
          <a:stretch>
            <a:fillRect/>
          </a:stretch>
        </p:blipFill>
        <p:spPr>
          <a:xfrm>
            <a:off x="621928" y="3706654"/>
            <a:ext cx="5229978" cy="2086039"/>
          </a:xfrm>
          <a:prstGeom prst="rect">
            <a:avLst/>
          </a:prstGeom>
        </p:spPr>
      </p:pic>
      <p:pic>
        <p:nvPicPr>
          <p:cNvPr id="6" name="Resim 5">
            <a:extLst>
              <a:ext uri="{FF2B5EF4-FFF2-40B4-BE49-F238E27FC236}">
                <a16:creationId xmlns:a16="http://schemas.microsoft.com/office/drawing/2014/main" id="{7AFC0BB7-BED0-512D-843C-EB618E148843}"/>
              </a:ext>
            </a:extLst>
          </p:cNvPr>
          <p:cNvPicPr>
            <a:picLocks noChangeAspect="1"/>
          </p:cNvPicPr>
          <p:nvPr/>
        </p:nvPicPr>
        <p:blipFill>
          <a:blip r:embed="rId3"/>
          <a:stretch>
            <a:fillRect/>
          </a:stretch>
        </p:blipFill>
        <p:spPr>
          <a:xfrm>
            <a:off x="6955232" y="3120325"/>
            <a:ext cx="4290432" cy="2956816"/>
          </a:xfrm>
          <a:prstGeom prst="rect">
            <a:avLst/>
          </a:prstGeom>
        </p:spPr>
      </p:pic>
      <p:sp>
        <p:nvSpPr>
          <p:cNvPr id="5" name="Metin kutusu 4">
            <a:extLst>
              <a:ext uri="{FF2B5EF4-FFF2-40B4-BE49-F238E27FC236}">
                <a16:creationId xmlns:a16="http://schemas.microsoft.com/office/drawing/2014/main" id="{D0BC65FF-517B-E70D-631A-2926F448A96C}"/>
              </a:ext>
            </a:extLst>
          </p:cNvPr>
          <p:cNvSpPr txBox="1"/>
          <p:nvPr/>
        </p:nvSpPr>
        <p:spPr>
          <a:xfrm>
            <a:off x="1567138" y="5788863"/>
            <a:ext cx="3821317" cy="369332"/>
          </a:xfrm>
          <a:prstGeom prst="rect">
            <a:avLst/>
          </a:prstGeom>
          <a:noFill/>
        </p:spPr>
        <p:txBody>
          <a:bodyPr wrap="square" rtlCol="0">
            <a:spAutoFit/>
          </a:bodyPr>
          <a:lstStyle/>
          <a:p>
            <a:r>
              <a:rPr lang="tr-TR" dirty="0"/>
              <a:t>Şekil – 15 Optimizasyon akış şeması </a:t>
            </a:r>
          </a:p>
        </p:txBody>
      </p:sp>
      <p:sp>
        <p:nvSpPr>
          <p:cNvPr id="7" name="Metin kutusu 6">
            <a:extLst>
              <a:ext uri="{FF2B5EF4-FFF2-40B4-BE49-F238E27FC236}">
                <a16:creationId xmlns:a16="http://schemas.microsoft.com/office/drawing/2014/main" id="{17974068-8811-EF39-4B63-517C5A3765B7}"/>
              </a:ext>
            </a:extLst>
          </p:cNvPr>
          <p:cNvSpPr txBox="1"/>
          <p:nvPr/>
        </p:nvSpPr>
        <p:spPr>
          <a:xfrm>
            <a:off x="7189789" y="6075913"/>
            <a:ext cx="3821317" cy="369332"/>
          </a:xfrm>
          <a:prstGeom prst="rect">
            <a:avLst/>
          </a:prstGeom>
          <a:noFill/>
        </p:spPr>
        <p:txBody>
          <a:bodyPr wrap="square" rtlCol="0">
            <a:spAutoFit/>
          </a:bodyPr>
          <a:lstStyle/>
          <a:p>
            <a:r>
              <a:rPr lang="tr-TR" dirty="0"/>
              <a:t>Şekil – 16 Optimizasyon parametreleri</a:t>
            </a:r>
          </a:p>
        </p:txBody>
      </p:sp>
    </p:spTree>
    <p:extLst>
      <p:ext uri="{BB962C8B-B14F-4D97-AF65-F5344CB8AC3E}">
        <p14:creationId xmlns:p14="http://schemas.microsoft.com/office/powerpoint/2010/main" val="3889305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24D5C5A-AD68-B918-7D2C-AE3115367555}"/>
              </a:ext>
            </a:extLst>
          </p:cNvPr>
          <p:cNvSpPr>
            <a:spLocks noGrp="1"/>
          </p:cNvSpPr>
          <p:nvPr>
            <p:ph type="title"/>
          </p:nvPr>
        </p:nvSpPr>
        <p:spPr>
          <a:xfrm>
            <a:off x="604520" y="131128"/>
            <a:ext cx="10515600" cy="1325563"/>
          </a:xfrm>
        </p:spPr>
        <p:txBody>
          <a:bodyPr/>
          <a:lstStyle/>
          <a:p>
            <a:r>
              <a:rPr lang="tr-TR" b="1" dirty="0">
                <a:effectLst>
                  <a:outerShdw blurRad="38100" dist="38100" dir="2700000" algn="tl">
                    <a:srgbClr val="000000">
                      <a:alpha val="43137"/>
                    </a:srgbClr>
                  </a:outerShdw>
                </a:effectLst>
              </a:rPr>
              <a:t>Kontrolcü Tasarımı- Optimal LQR</a:t>
            </a:r>
            <a:endParaRPr lang="tr-TR" dirty="0"/>
          </a:p>
        </p:txBody>
      </p:sp>
      <p:sp>
        <p:nvSpPr>
          <p:cNvPr id="3" name="İçerik Yer Tutucusu 2">
            <a:extLst>
              <a:ext uri="{FF2B5EF4-FFF2-40B4-BE49-F238E27FC236}">
                <a16:creationId xmlns:a16="http://schemas.microsoft.com/office/drawing/2014/main" id="{88F12BDC-CBF8-A7FF-A255-5D1BAD870441}"/>
              </a:ext>
            </a:extLst>
          </p:cNvPr>
          <p:cNvSpPr>
            <a:spLocks noGrp="1"/>
          </p:cNvSpPr>
          <p:nvPr>
            <p:ph idx="1"/>
          </p:nvPr>
        </p:nvSpPr>
        <p:spPr>
          <a:xfrm>
            <a:off x="66740" y="2722284"/>
            <a:ext cx="10515600" cy="958215"/>
          </a:xfrm>
        </p:spPr>
        <p:txBody>
          <a:bodyPr/>
          <a:lstStyle/>
          <a:p>
            <a:r>
              <a:rPr lang="tr-TR" sz="1800" dirty="0">
                <a:effectLst/>
                <a:latin typeface="Times New Roman" panose="02020603050405020304" pitchFamily="18" charset="0"/>
                <a:ea typeface="Times New Roman" panose="02020603050405020304" pitchFamily="18" charset="0"/>
              </a:rPr>
              <a:t>Görüldüğü üzere Optimal </a:t>
            </a:r>
            <a:r>
              <a:rPr lang="tr-TR" sz="1800" dirty="0" err="1">
                <a:effectLst/>
                <a:latin typeface="Times New Roman" panose="02020603050405020304" pitchFamily="18" charset="0"/>
                <a:ea typeface="Times New Roman" panose="02020603050405020304" pitchFamily="18" charset="0"/>
              </a:rPr>
              <a:t>LQR’ın</a:t>
            </a:r>
            <a:r>
              <a:rPr lang="tr-TR" sz="1800" dirty="0">
                <a:effectLst/>
                <a:latin typeface="Times New Roman" panose="02020603050405020304" pitchFamily="18" charset="0"/>
                <a:ea typeface="Times New Roman" panose="02020603050405020304" pitchFamily="18" charset="0"/>
              </a:rPr>
              <a:t> özdeğerlerinin tamamı sol yarı düzlemde bulunmaktadır, bu da sistemin kararlı olduğunu göstermektedir.</a:t>
            </a:r>
            <a:endParaRPr lang="tr-TR" dirty="0"/>
          </a:p>
        </p:txBody>
      </p:sp>
      <p:pic>
        <p:nvPicPr>
          <p:cNvPr id="4" name="Resim 3" descr="metin, yazı tipi, ekran görüntüsü, beyaz içeren bir resim&#10;&#10;Açıklama otomatik olarak oluşturuldu">
            <a:extLst>
              <a:ext uri="{FF2B5EF4-FFF2-40B4-BE49-F238E27FC236}">
                <a16:creationId xmlns:a16="http://schemas.microsoft.com/office/drawing/2014/main" id="{39E3FEAD-1C75-6233-FF82-D96ABA86DA00}"/>
              </a:ext>
            </a:extLst>
          </p:cNvPr>
          <p:cNvPicPr>
            <a:picLocks noChangeAspect="1"/>
          </p:cNvPicPr>
          <p:nvPr/>
        </p:nvPicPr>
        <p:blipFill>
          <a:blip r:embed="rId2"/>
          <a:stretch>
            <a:fillRect/>
          </a:stretch>
        </p:blipFill>
        <p:spPr>
          <a:xfrm>
            <a:off x="604520" y="1042333"/>
            <a:ext cx="3710940" cy="1118870"/>
          </a:xfrm>
          <a:prstGeom prst="rect">
            <a:avLst/>
          </a:prstGeom>
        </p:spPr>
      </p:pic>
      <p:pic>
        <p:nvPicPr>
          <p:cNvPr id="5" name="Resim 4" descr="metin, yazı tipi, beyaz, ekran görüntüsü içeren bir resim&#10;&#10;Açıklama otomatik olarak oluşturuldu">
            <a:extLst>
              <a:ext uri="{FF2B5EF4-FFF2-40B4-BE49-F238E27FC236}">
                <a16:creationId xmlns:a16="http://schemas.microsoft.com/office/drawing/2014/main" id="{CB769BE2-19E5-D132-FF26-6A59D7154E6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970010" y="478630"/>
            <a:ext cx="1920240" cy="1958340"/>
          </a:xfrm>
          <a:prstGeom prst="rect">
            <a:avLst/>
          </a:prstGeom>
          <a:noFill/>
          <a:ln>
            <a:noFill/>
          </a:ln>
        </p:spPr>
      </p:pic>
      <p:pic>
        <p:nvPicPr>
          <p:cNvPr id="8" name="Resim 7" descr="metin, siyah beyaz, kağıt, doküman, belge içeren bir resim&#10;&#10;Açıklama otomatik olarak oluşturuldu">
            <a:extLst>
              <a:ext uri="{FF2B5EF4-FFF2-40B4-BE49-F238E27FC236}">
                <a16:creationId xmlns:a16="http://schemas.microsoft.com/office/drawing/2014/main" id="{29A18F4A-9ADE-706F-786B-6AA2CA291ACF}"/>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038935" y="3335337"/>
            <a:ext cx="1967230" cy="3025457"/>
          </a:xfrm>
          <a:prstGeom prst="rect">
            <a:avLst/>
          </a:prstGeom>
          <a:noFill/>
          <a:ln>
            <a:noFill/>
          </a:ln>
        </p:spPr>
      </p:pic>
      <p:pic>
        <p:nvPicPr>
          <p:cNvPr id="9" name="Resim 8" descr="metin, doküman, belge içeren bir resim&#10;&#10;Açıklama otomatik olarak oluşturuldu">
            <a:extLst>
              <a:ext uri="{FF2B5EF4-FFF2-40B4-BE49-F238E27FC236}">
                <a16:creationId xmlns:a16="http://schemas.microsoft.com/office/drawing/2014/main" id="{63440ADF-B525-4226-FC08-971B04ED0BDE}"/>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3978359" y="3335337"/>
            <a:ext cx="1840699" cy="3119120"/>
          </a:xfrm>
          <a:prstGeom prst="rect">
            <a:avLst/>
          </a:prstGeom>
          <a:noFill/>
          <a:ln>
            <a:noFill/>
          </a:ln>
        </p:spPr>
      </p:pic>
      <p:sp>
        <p:nvSpPr>
          <p:cNvPr id="10" name="Metin kutusu 9">
            <a:extLst>
              <a:ext uri="{FF2B5EF4-FFF2-40B4-BE49-F238E27FC236}">
                <a16:creationId xmlns:a16="http://schemas.microsoft.com/office/drawing/2014/main" id="{F0FE40AD-2F9D-FB52-06AE-E7EB08A0BE7C}"/>
              </a:ext>
            </a:extLst>
          </p:cNvPr>
          <p:cNvSpPr txBox="1"/>
          <p:nvPr/>
        </p:nvSpPr>
        <p:spPr>
          <a:xfrm>
            <a:off x="6673180" y="4618354"/>
            <a:ext cx="4074160" cy="369332"/>
          </a:xfrm>
          <a:prstGeom prst="rect">
            <a:avLst/>
          </a:prstGeom>
          <a:noFill/>
        </p:spPr>
        <p:txBody>
          <a:bodyPr wrap="square" rtlCol="0">
            <a:spAutoFit/>
          </a:bodyPr>
          <a:lstStyle/>
          <a:p>
            <a:r>
              <a:rPr lang="tr-TR" dirty="0">
                <a:latin typeface="Times New Roman" panose="02020603050405020304" pitchFamily="18" charset="0"/>
                <a:ea typeface="Times New Roman" panose="02020603050405020304" pitchFamily="18" charset="0"/>
              </a:rPr>
              <a:t>İ</a:t>
            </a:r>
            <a:r>
              <a:rPr lang="tr-TR" sz="1800" dirty="0">
                <a:effectLst/>
                <a:latin typeface="Times New Roman" panose="02020603050405020304" pitchFamily="18" charset="0"/>
                <a:ea typeface="Times New Roman" panose="02020603050405020304" pitchFamily="18" charset="0"/>
              </a:rPr>
              <a:t>terasyon sonucu yandaki gibidir.</a:t>
            </a:r>
            <a:endParaRPr lang="tr-TR" dirty="0"/>
          </a:p>
        </p:txBody>
      </p:sp>
      <p:sp>
        <p:nvSpPr>
          <p:cNvPr id="6" name="Metin kutusu 5">
            <a:extLst>
              <a:ext uri="{FF2B5EF4-FFF2-40B4-BE49-F238E27FC236}">
                <a16:creationId xmlns:a16="http://schemas.microsoft.com/office/drawing/2014/main" id="{51120748-6B50-A87C-1794-E0BDE268C413}"/>
              </a:ext>
            </a:extLst>
          </p:cNvPr>
          <p:cNvSpPr txBox="1"/>
          <p:nvPr/>
        </p:nvSpPr>
        <p:spPr>
          <a:xfrm>
            <a:off x="910760" y="2183230"/>
            <a:ext cx="3821317" cy="369332"/>
          </a:xfrm>
          <a:prstGeom prst="rect">
            <a:avLst/>
          </a:prstGeom>
          <a:noFill/>
        </p:spPr>
        <p:txBody>
          <a:bodyPr wrap="square" rtlCol="0">
            <a:spAutoFit/>
          </a:bodyPr>
          <a:lstStyle/>
          <a:p>
            <a:r>
              <a:rPr lang="tr-TR" dirty="0"/>
              <a:t>Şekil – 17  K (kazanç )vektörü</a:t>
            </a:r>
          </a:p>
        </p:txBody>
      </p:sp>
      <p:sp>
        <p:nvSpPr>
          <p:cNvPr id="7" name="Metin kutusu 6">
            <a:extLst>
              <a:ext uri="{FF2B5EF4-FFF2-40B4-BE49-F238E27FC236}">
                <a16:creationId xmlns:a16="http://schemas.microsoft.com/office/drawing/2014/main" id="{4E7F904C-CA27-425C-53E3-BAC934BB21AD}"/>
              </a:ext>
            </a:extLst>
          </p:cNvPr>
          <p:cNvSpPr txBox="1"/>
          <p:nvPr/>
        </p:nvSpPr>
        <p:spPr>
          <a:xfrm>
            <a:off x="8019471" y="2394546"/>
            <a:ext cx="3821317" cy="369332"/>
          </a:xfrm>
          <a:prstGeom prst="rect">
            <a:avLst/>
          </a:prstGeom>
          <a:noFill/>
        </p:spPr>
        <p:txBody>
          <a:bodyPr wrap="square" rtlCol="0">
            <a:spAutoFit/>
          </a:bodyPr>
          <a:lstStyle/>
          <a:p>
            <a:r>
              <a:rPr lang="tr-TR" dirty="0"/>
              <a:t>Şekil – 18 Özdeğerlerin yerleri</a:t>
            </a:r>
          </a:p>
        </p:txBody>
      </p:sp>
      <p:sp>
        <p:nvSpPr>
          <p:cNvPr id="11" name="Metin kutusu 10">
            <a:extLst>
              <a:ext uri="{FF2B5EF4-FFF2-40B4-BE49-F238E27FC236}">
                <a16:creationId xmlns:a16="http://schemas.microsoft.com/office/drawing/2014/main" id="{7137F304-F36A-E67C-5DFD-EFF65C95392A}"/>
              </a:ext>
            </a:extLst>
          </p:cNvPr>
          <p:cNvSpPr txBox="1"/>
          <p:nvPr/>
        </p:nvSpPr>
        <p:spPr>
          <a:xfrm>
            <a:off x="1491819" y="6454457"/>
            <a:ext cx="3821317" cy="369332"/>
          </a:xfrm>
          <a:prstGeom prst="rect">
            <a:avLst/>
          </a:prstGeom>
          <a:noFill/>
        </p:spPr>
        <p:txBody>
          <a:bodyPr wrap="square" rtlCol="0">
            <a:spAutoFit/>
          </a:bodyPr>
          <a:lstStyle/>
          <a:p>
            <a:r>
              <a:rPr lang="tr-TR" dirty="0"/>
              <a:t>Şekil – 19 İterasyon sonuçları</a:t>
            </a:r>
          </a:p>
        </p:txBody>
      </p:sp>
    </p:spTree>
    <p:extLst>
      <p:ext uri="{BB962C8B-B14F-4D97-AF65-F5344CB8AC3E}">
        <p14:creationId xmlns:p14="http://schemas.microsoft.com/office/powerpoint/2010/main" val="649692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F308FB5-7B0D-26C7-85F7-6ED2C750F1FA}"/>
              </a:ext>
            </a:extLst>
          </p:cNvPr>
          <p:cNvSpPr>
            <a:spLocks noGrp="1"/>
          </p:cNvSpPr>
          <p:nvPr>
            <p:ph type="title"/>
          </p:nvPr>
        </p:nvSpPr>
        <p:spPr>
          <a:xfrm>
            <a:off x="517434" y="242596"/>
            <a:ext cx="10515600" cy="781905"/>
          </a:xfrm>
        </p:spPr>
        <p:txBody>
          <a:bodyPr/>
          <a:lstStyle/>
          <a:p>
            <a:r>
              <a:rPr lang="tr-TR" b="1" dirty="0">
                <a:effectLst>
                  <a:outerShdw blurRad="38100" dist="38100" dir="2700000" algn="tl">
                    <a:srgbClr val="000000">
                      <a:alpha val="43137"/>
                    </a:srgbClr>
                  </a:outerShdw>
                </a:effectLst>
              </a:rPr>
              <a:t>Kontrolcü Tasarımı- Optimal LQR</a:t>
            </a:r>
            <a:endParaRPr lang="tr-TR" dirty="0"/>
          </a:p>
        </p:txBody>
      </p:sp>
      <p:pic>
        <p:nvPicPr>
          <p:cNvPr id="4" name="Resim 3" descr="diyagram, ekran görüntüsü, plan, metin içeren bir resim&#10;&#10;Açıklama otomatik olarak oluşturuldu">
            <a:extLst>
              <a:ext uri="{FF2B5EF4-FFF2-40B4-BE49-F238E27FC236}">
                <a16:creationId xmlns:a16="http://schemas.microsoft.com/office/drawing/2014/main" id="{A9F10A18-1059-09EC-D0E1-7FFAD5A492A7}"/>
              </a:ext>
            </a:extLst>
          </p:cNvPr>
          <p:cNvPicPr>
            <a:picLocks noChangeAspect="1"/>
          </p:cNvPicPr>
          <p:nvPr/>
        </p:nvPicPr>
        <p:blipFill>
          <a:blip r:embed="rId2"/>
          <a:stretch>
            <a:fillRect/>
          </a:stretch>
        </p:blipFill>
        <p:spPr>
          <a:xfrm>
            <a:off x="647023" y="1024501"/>
            <a:ext cx="9573006" cy="5182235"/>
          </a:xfrm>
          <a:prstGeom prst="rect">
            <a:avLst/>
          </a:prstGeom>
        </p:spPr>
      </p:pic>
      <p:sp>
        <p:nvSpPr>
          <p:cNvPr id="3" name="Metin kutusu 2">
            <a:extLst>
              <a:ext uri="{FF2B5EF4-FFF2-40B4-BE49-F238E27FC236}">
                <a16:creationId xmlns:a16="http://schemas.microsoft.com/office/drawing/2014/main" id="{17295F43-855E-D16A-CD9D-7E0E038164CD}"/>
              </a:ext>
            </a:extLst>
          </p:cNvPr>
          <p:cNvSpPr txBox="1"/>
          <p:nvPr/>
        </p:nvSpPr>
        <p:spPr>
          <a:xfrm>
            <a:off x="3580966" y="6206736"/>
            <a:ext cx="4388536" cy="369332"/>
          </a:xfrm>
          <a:prstGeom prst="rect">
            <a:avLst/>
          </a:prstGeom>
          <a:noFill/>
        </p:spPr>
        <p:txBody>
          <a:bodyPr wrap="square" rtlCol="0">
            <a:spAutoFit/>
          </a:bodyPr>
          <a:lstStyle/>
          <a:p>
            <a:r>
              <a:rPr lang="tr-TR" dirty="0"/>
              <a:t>Şekil – 20 Optimal LQR </a:t>
            </a:r>
            <a:r>
              <a:rPr lang="tr-TR" dirty="0" err="1"/>
              <a:t>simulink</a:t>
            </a:r>
            <a:r>
              <a:rPr lang="tr-TR" dirty="0"/>
              <a:t> </a:t>
            </a:r>
            <a:r>
              <a:rPr lang="tr-TR" dirty="0" err="1"/>
              <a:t>diagramı</a:t>
            </a:r>
            <a:endParaRPr lang="tr-TR" dirty="0"/>
          </a:p>
        </p:txBody>
      </p:sp>
    </p:spTree>
    <p:extLst>
      <p:ext uri="{BB962C8B-B14F-4D97-AF65-F5344CB8AC3E}">
        <p14:creationId xmlns:p14="http://schemas.microsoft.com/office/powerpoint/2010/main" val="31159754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bitirme video">
            <a:hlinkClick r:id="" action="ppaction://media"/>
            <a:extLst>
              <a:ext uri="{FF2B5EF4-FFF2-40B4-BE49-F238E27FC236}">
                <a16:creationId xmlns:a16="http://schemas.microsoft.com/office/drawing/2014/main" id="{ADE7D7B2-FA70-298E-261D-72DA7C9B423A}"/>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4"/>
          <a:stretch>
            <a:fillRect/>
          </a:stretch>
        </p:blipFill>
        <p:spPr>
          <a:xfrm>
            <a:off x="147734" y="184491"/>
            <a:ext cx="11896531" cy="6489017"/>
          </a:xfrm>
        </p:spPr>
      </p:pic>
    </p:spTree>
    <p:extLst>
      <p:ext uri="{BB962C8B-B14F-4D97-AF65-F5344CB8AC3E}">
        <p14:creationId xmlns:p14="http://schemas.microsoft.com/office/powerpoint/2010/main" val="656897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85703"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2F6B98-B7D6-444D-80CD-72250897204D}"/>
              </a:ext>
            </a:extLst>
          </p:cNvPr>
          <p:cNvSpPr>
            <a:spLocks noGrp="1"/>
          </p:cNvSpPr>
          <p:nvPr>
            <p:ph type="title"/>
          </p:nvPr>
        </p:nvSpPr>
        <p:spPr>
          <a:xfrm>
            <a:off x="82266" y="449872"/>
            <a:ext cx="6241056" cy="817398"/>
          </a:xfrm>
        </p:spPr>
        <p:txBody>
          <a:bodyPr>
            <a:normAutofit fontScale="90000"/>
          </a:bodyPr>
          <a:lstStyle/>
          <a:p>
            <a:pPr algn="ctr"/>
            <a:r>
              <a:rPr lang="tr-TR" b="1" dirty="0">
                <a:effectLst>
                  <a:outerShdw blurRad="38100" dist="38100" dir="2700000" algn="tl">
                    <a:srgbClr val="000000">
                      <a:alpha val="43137"/>
                    </a:srgbClr>
                  </a:outerShdw>
                </a:effectLst>
              </a:rPr>
              <a:t>Simülasyon çıktıları-Tümsek                          Yol Profili</a:t>
            </a:r>
          </a:p>
        </p:txBody>
      </p:sp>
      <p:pic>
        <p:nvPicPr>
          <p:cNvPr id="4" name="İçerik Yer Tutucusu 3" descr="metin, diyagram, çizgi, öykü gelişim çizgisi; kumpas; grafiğini çıkarma içeren bir resim&#10;&#10;Açıklama otomatik olarak oluşturuldu">
            <a:extLst>
              <a:ext uri="{FF2B5EF4-FFF2-40B4-BE49-F238E27FC236}">
                <a16:creationId xmlns:a16="http://schemas.microsoft.com/office/drawing/2014/main" id="{83BECF6A-3B70-0CA7-FBF3-2E962F576A4C}"/>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2266" y="1739709"/>
            <a:ext cx="6013734" cy="3851021"/>
          </a:xfrm>
          <a:prstGeom prst="rect">
            <a:avLst/>
          </a:prstGeom>
          <a:noFill/>
          <a:ln>
            <a:noFill/>
          </a:ln>
        </p:spPr>
      </p:pic>
      <p:pic>
        <p:nvPicPr>
          <p:cNvPr id="5" name="Resim 4" descr="metin, çizgi, öykü gelişim çizgisi; kumpas; grafiğini çıkarma, diyagram içeren bir resim&#10;&#10;Açıklama otomatik olarak oluşturuldu">
            <a:extLst>
              <a:ext uri="{FF2B5EF4-FFF2-40B4-BE49-F238E27FC236}">
                <a16:creationId xmlns:a16="http://schemas.microsoft.com/office/drawing/2014/main" id="{45DC8070-E8E6-3C08-A28A-9EAA27EA6019}"/>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8891" r="7703"/>
          <a:stretch/>
        </p:blipFill>
        <p:spPr bwMode="auto">
          <a:xfrm>
            <a:off x="6526068" y="3709924"/>
            <a:ext cx="5078687" cy="3148076"/>
          </a:xfrm>
          <a:prstGeom prst="rect">
            <a:avLst/>
          </a:prstGeom>
          <a:noFill/>
          <a:ln>
            <a:noFill/>
          </a:ln>
          <a:extLst>
            <a:ext uri="{53640926-AAD7-44D8-BBD7-CCE9431645EC}">
              <a14:shadowObscured xmlns:a14="http://schemas.microsoft.com/office/drawing/2010/main"/>
            </a:ext>
          </a:extLst>
        </p:spPr>
      </p:pic>
      <p:pic>
        <p:nvPicPr>
          <p:cNvPr id="6" name="Resim 5" descr="metin, çizgi, diyagram, öykü gelişim çizgisi; kumpas; grafiğini çıkarma içeren bir resim&#10;&#10;Açıklama otomatik olarak oluşturuldu">
            <a:extLst>
              <a:ext uri="{FF2B5EF4-FFF2-40B4-BE49-F238E27FC236}">
                <a16:creationId xmlns:a16="http://schemas.microsoft.com/office/drawing/2014/main" id="{FABB31A5-C631-AE73-362D-625BB63EAAA0}"/>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620233" y="6523"/>
            <a:ext cx="5393402" cy="3260900"/>
          </a:xfrm>
          <a:prstGeom prst="rect">
            <a:avLst/>
          </a:prstGeom>
          <a:noFill/>
          <a:ln>
            <a:noFill/>
          </a:ln>
        </p:spPr>
      </p:pic>
      <p:sp>
        <p:nvSpPr>
          <p:cNvPr id="3" name="Metin kutusu 2">
            <a:extLst>
              <a:ext uri="{FF2B5EF4-FFF2-40B4-BE49-F238E27FC236}">
                <a16:creationId xmlns:a16="http://schemas.microsoft.com/office/drawing/2014/main" id="{FB029192-C8F3-2AFC-C360-12E6AE846CF1}"/>
              </a:ext>
            </a:extLst>
          </p:cNvPr>
          <p:cNvSpPr txBox="1"/>
          <p:nvPr/>
        </p:nvSpPr>
        <p:spPr>
          <a:xfrm>
            <a:off x="447869" y="5656045"/>
            <a:ext cx="5150805" cy="646331"/>
          </a:xfrm>
          <a:prstGeom prst="rect">
            <a:avLst/>
          </a:prstGeom>
          <a:noFill/>
        </p:spPr>
        <p:txBody>
          <a:bodyPr wrap="square" rtlCol="0">
            <a:spAutoFit/>
          </a:bodyPr>
          <a:lstStyle/>
          <a:p>
            <a:r>
              <a:rPr lang="tr-TR" dirty="0"/>
              <a:t>Şekil – 21 Tümsek tipi yol girişine bağlı araç gövde hareketi </a:t>
            </a:r>
          </a:p>
        </p:txBody>
      </p:sp>
      <p:sp>
        <p:nvSpPr>
          <p:cNvPr id="7" name="Metin kutusu 6">
            <a:extLst>
              <a:ext uri="{FF2B5EF4-FFF2-40B4-BE49-F238E27FC236}">
                <a16:creationId xmlns:a16="http://schemas.microsoft.com/office/drawing/2014/main" id="{1EC6D98E-DC8A-7969-FB15-53528A15C0CE}"/>
              </a:ext>
            </a:extLst>
          </p:cNvPr>
          <p:cNvSpPr txBox="1"/>
          <p:nvPr/>
        </p:nvSpPr>
        <p:spPr>
          <a:xfrm>
            <a:off x="6620233" y="3187829"/>
            <a:ext cx="5150805" cy="646331"/>
          </a:xfrm>
          <a:prstGeom prst="rect">
            <a:avLst/>
          </a:prstGeom>
          <a:noFill/>
        </p:spPr>
        <p:txBody>
          <a:bodyPr wrap="square" rtlCol="0">
            <a:spAutoFit/>
          </a:bodyPr>
          <a:lstStyle/>
          <a:p>
            <a:pPr algn="ctr"/>
            <a:r>
              <a:rPr lang="tr-TR" dirty="0"/>
              <a:t>Şekil – 22-23 Tümsek tipi yol girişine bağlı süspansiyon hareketi ve gövde hızlanma</a:t>
            </a:r>
          </a:p>
        </p:txBody>
      </p:sp>
    </p:spTree>
    <p:extLst>
      <p:ext uri="{BB962C8B-B14F-4D97-AF65-F5344CB8AC3E}">
        <p14:creationId xmlns:p14="http://schemas.microsoft.com/office/powerpoint/2010/main" val="40314627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2F6B98-B7D6-444D-80CD-72250897204D}"/>
              </a:ext>
            </a:extLst>
          </p:cNvPr>
          <p:cNvSpPr>
            <a:spLocks noGrp="1"/>
          </p:cNvSpPr>
          <p:nvPr>
            <p:ph type="title"/>
          </p:nvPr>
        </p:nvSpPr>
        <p:spPr>
          <a:xfrm>
            <a:off x="2778812" y="229929"/>
            <a:ext cx="6241056" cy="817398"/>
          </a:xfrm>
        </p:spPr>
        <p:txBody>
          <a:bodyPr>
            <a:normAutofit fontScale="90000"/>
          </a:bodyPr>
          <a:lstStyle/>
          <a:p>
            <a:pPr algn="ctr"/>
            <a:r>
              <a:rPr lang="tr-TR" b="1" dirty="0">
                <a:effectLst>
                  <a:outerShdw blurRad="38100" dist="38100" dir="2700000" algn="tl">
                    <a:srgbClr val="000000">
                      <a:alpha val="43137"/>
                    </a:srgbClr>
                  </a:outerShdw>
                </a:effectLst>
              </a:rPr>
              <a:t>Simülasyon çıktıları-Tümsek                          Yol Profili</a:t>
            </a:r>
          </a:p>
        </p:txBody>
      </p:sp>
      <p:pic>
        <p:nvPicPr>
          <p:cNvPr id="7" name="Resim 6" descr="metin, ekran görüntüsü, yazı tipi, diyagram içeren bir resim&#10;&#10;Açıklama otomatik olarak oluşturuldu">
            <a:extLst>
              <a:ext uri="{FF2B5EF4-FFF2-40B4-BE49-F238E27FC236}">
                <a16:creationId xmlns:a16="http://schemas.microsoft.com/office/drawing/2014/main" id="{509EAD4A-9964-F2A8-97D2-4D55A85E673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76430" y="1815544"/>
            <a:ext cx="6115570" cy="3226907"/>
          </a:xfrm>
          <a:prstGeom prst="rect">
            <a:avLst/>
          </a:prstGeom>
          <a:noFill/>
          <a:ln>
            <a:noFill/>
          </a:ln>
        </p:spPr>
      </p:pic>
      <p:pic>
        <p:nvPicPr>
          <p:cNvPr id="10" name="Resim 9" descr="metin, öykü gelişim çizgisi; kumpas; grafiğini çıkarma, çizgi, diyagram içeren bir resim&#10;&#10;Açıklama otomatik olarak oluşturuldu">
            <a:extLst>
              <a:ext uri="{FF2B5EF4-FFF2-40B4-BE49-F238E27FC236}">
                <a16:creationId xmlns:a16="http://schemas.microsoft.com/office/drawing/2014/main" id="{AC1457E8-91F2-E164-A5FF-7BA81C308D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7311" y="1681810"/>
            <a:ext cx="5592306" cy="3494377"/>
          </a:xfrm>
          <a:prstGeom prst="rect">
            <a:avLst/>
          </a:prstGeom>
        </p:spPr>
      </p:pic>
      <p:sp>
        <p:nvSpPr>
          <p:cNvPr id="3" name="Metin kutusu 2">
            <a:extLst>
              <a:ext uri="{FF2B5EF4-FFF2-40B4-BE49-F238E27FC236}">
                <a16:creationId xmlns:a16="http://schemas.microsoft.com/office/drawing/2014/main" id="{20507050-6E78-1FA2-05C5-A836039CEA19}"/>
              </a:ext>
            </a:extLst>
          </p:cNvPr>
          <p:cNvSpPr txBox="1"/>
          <p:nvPr/>
        </p:nvSpPr>
        <p:spPr>
          <a:xfrm>
            <a:off x="581269" y="5494871"/>
            <a:ext cx="5266370" cy="369332"/>
          </a:xfrm>
          <a:prstGeom prst="rect">
            <a:avLst/>
          </a:prstGeom>
          <a:noFill/>
        </p:spPr>
        <p:txBody>
          <a:bodyPr wrap="square" rtlCol="0">
            <a:spAutoFit/>
          </a:bodyPr>
          <a:lstStyle/>
          <a:p>
            <a:r>
              <a:rPr lang="tr-TR" dirty="0"/>
              <a:t>Şekil – 24 Tümsek tipi yol girişine bağlı kontrol sinyali </a:t>
            </a:r>
          </a:p>
        </p:txBody>
      </p:sp>
      <p:sp>
        <p:nvSpPr>
          <p:cNvPr id="4" name="Metin kutusu 3">
            <a:extLst>
              <a:ext uri="{FF2B5EF4-FFF2-40B4-BE49-F238E27FC236}">
                <a16:creationId xmlns:a16="http://schemas.microsoft.com/office/drawing/2014/main" id="{4CAF27CD-A2D0-81D4-6652-64DFB3939E95}"/>
              </a:ext>
            </a:extLst>
          </p:cNvPr>
          <p:cNvSpPr txBox="1"/>
          <p:nvPr/>
        </p:nvSpPr>
        <p:spPr>
          <a:xfrm>
            <a:off x="6612294" y="5441336"/>
            <a:ext cx="5579706" cy="369332"/>
          </a:xfrm>
          <a:prstGeom prst="rect">
            <a:avLst/>
          </a:prstGeom>
          <a:noFill/>
        </p:spPr>
        <p:txBody>
          <a:bodyPr wrap="square" rtlCol="0">
            <a:spAutoFit/>
          </a:bodyPr>
          <a:lstStyle/>
          <a:p>
            <a:r>
              <a:rPr lang="tr-TR" dirty="0"/>
              <a:t>Şekil – 25 Tümsek tipi yol girişine bağlı teker sapması </a:t>
            </a:r>
          </a:p>
        </p:txBody>
      </p:sp>
    </p:spTree>
    <p:extLst>
      <p:ext uri="{BB962C8B-B14F-4D97-AF65-F5344CB8AC3E}">
        <p14:creationId xmlns:p14="http://schemas.microsoft.com/office/powerpoint/2010/main" val="42296688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2ED5E73-49BB-DF27-169F-55C09B0DF6FE}"/>
              </a:ext>
            </a:extLst>
          </p:cNvPr>
          <p:cNvSpPr>
            <a:spLocks noGrp="1"/>
          </p:cNvSpPr>
          <p:nvPr>
            <p:ph type="title"/>
          </p:nvPr>
        </p:nvSpPr>
        <p:spPr>
          <a:xfrm>
            <a:off x="222380" y="186612"/>
            <a:ext cx="10515600" cy="785619"/>
          </a:xfrm>
        </p:spPr>
        <p:txBody>
          <a:bodyPr/>
          <a:lstStyle/>
          <a:p>
            <a:pPr algn="ctr"/>
            <a:r>
              <a:rPr lang="tr-TR" b="1" dirty="0">
                <a:effectLst>
                  <a:outerShdw blurRad="38100" dist="38100" dir="2700000" algn="tl">
                    <a:srgbClr val="000000">
                      <a:alpha val="43137"/>
                    </a:srgbClr>
                  </a:outerShdw>
                </a:effectLst>
              </a:rPr>
              <a:t>Simülasyon çıktıları-ISO D Tipi Yol Profili</a:t>
            </a:r>
            <a:endParaRPr lang="tr-TR" dirty="0"/>
          </a:p>
        </p:txBody>
      </p:sp>
      <p:pic>
        <p:nvPicPr>
          <p:cNvPr id="4" name="İçerik Yer Tutucusu 3" descr="metin, öykü gelişim çizgisi; kumpas; grafiğini çıkarma, ekran görüntüsü, diyagram içeren bir resim&#10;&#10;Açıklama otomatik olarak oluşturuldu">
            <a:extLst>
              <a:ext uri="{FF2B5EF4-FFF2-40B4-BE49-F238E27FC236}">
                <a16:creationId xmlns:a16="http://schemas.microsoft.com/office/drawing/2014/main" id="{EA30CEEA-001D-9ADF-0C07-816900618619}"/>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68388" y="972231"/>
            <a:ext cx="5085184" cy="4570787"/>
          </a:xfrm>
          <a:prstGeom prst="rect">
            <a:avLst/>
          </a:prstGeom>
          <a:noFill/>
          <a:ln>
            <a:noFill/>
          </a:ln>
        </p:spPr>
      </p:pic>
      <p:pic>
        <p:nvPicPr>
          <p:cNvPr id="5" name="Resim 4" descr="metin, harita, diyagram, çizgi içeren bir resim&#10;&#10;Açıklama otomatik olarak oluşturuldu">
            <a:extLst>
              <a:ext uri="{FF2B5EF4-FFF2-40B4-BE49-F238E27FC236}">
                <a16:creationId xmlns:a16="http://schemas.microsoft.com/office/drawing/2014/main" id="{0D681E32-2AC3-1CBD-C281-8989C23F47B6}"/>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8328" t="-293" r="8830" b="293"/>
          <a:stretch/>
        </p:blipFill>
        <p:spPr bwMode="auto">
          <a:xfrm>
            <a:off x="5531498" y="1150508"/>
            <a:ext cx="6392114" cy="4160530"/>
          </a:xfrm>
          <a:prstGeom prst="rect">
            <a:avLst/>
          </a:prstGeom>
          <a:noFill/>
          <a:ln>
            <a:noFill/>
          </a:ln>
          <a:extLst>
            <a:ext uri="{53640926-AAD7-44D8-BBD7-CCE9431645EC}">
              <a14:shadowObscured xmlns:a14="http://schemas.microsoft.com/office/drawing/2010/main"/>
            </a:ext>
          </a:extLst>
        </p:spPr>
      </p:pic>
      <p:sp>
        <p:nvSpPr>
          <p:cNvPr id="6" name="Metin kutusu 5">
            <a:extLst>
              <a:ext uri="{FF2B5EF4-FFF2-40B4-BE49-F238E27FC236}">
                <a16:creationId xmlns:a16="http://schemas.microsoft.com/office/drawing/2014/main" id="{BADA51BA-7C49-7A0F-15B2-F42514351586}"/>
              </a:ext>
            </a:extLst>
          </p:cNvPr>
          <p:cNvSpPr txBox="1"/>
          <p:nvPr/>
        </p:nvSpPr>
        <p:spPr>
          <a:xfrm>
            <a:off x="800100" y="5885769"/>
            <a:ext cx="3025451" cy="369332"/>
          </a:xfrm>
          <a:prstGeom prst="rect">
            <a:avLst/>
          </a:prstGeom>
          <a:noFill/>
        </p:spPr>
        <p:txBody>
          <a:bodyPr wrap="square">
            <a:spAutoFit/>
          </a:bodyPr>
          <a:lstStyle/>
          <a:p>
            <a:r>
              <a:rPr lang="tr-TR" dirty="0"/>
              <a:t>Şekil 26- ISO D tipi yol girişi</a:t>
            </a:r>
          </a:p>
        </p:txBody>
      </p:sp>
      <p:sp>
        <p:nvSpPr>
          <p:cNvPr id="7" name="Metin kutusu 6">
            <a:extLst>
              <a:ext uri="{FF2B5EF4-FFF2-40B4-BE49-F238E27FC236}">
                <a16:creationId xmlns:a16="http://schemas.microsoft.com/office/drawing/2014/main" id="{02893D05-BFDC-D848-A820-7805DB13684A}"/>
              </a:ext>
            </a:extLst>
          </p:cNvPr>
          <p:cNvSpPr txBox="1"/>
          <p:nvPr/>
        </p:nvSpPr>
        <p:spPr>
          <a:xfrm>
            <a:off x="6091979" y="5885769"/>
            <a:ext cx="5831633" cy="369332"/>
          </a:xfrm>
          <a:prstGeom prst="rect">
            <a:avLst/>
          </a:prstGeom>
          <a:noFill/>
        </p:spPr>
        <p:txBody>
          <a:bodyPr wrap="square">
            <a:spAutoFit/>
          </a:bodyPr>
          <a:lstStyle/>
          <a:p>
            <a:r>
              <a:rPr lang="tr-TR" dirty="0"/>
              <a:t>Şekil 27- ISO D tipi yol girişine bağlı dikey gövde hareketi</a:t>
            </a:r>
          </a:p>
        </p:txBody>
      </p:sp>
    </p:spTree>
    <p:extLst>
      <p:ext uri="{BB962C8B-B14F-4D97-AF65-F5344CB8AC3E}">
        <p14:creationId xmlns:p14="http://schemas.microsoft.com/office/powerpoint/2010/main" val="27390318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2ED5E73-49BB-DF27-169F-55C09B0DF6FE}"/>
              </a:ext>
            </a:extLst>
          </p:cNvPr>
          <p:cNvSpPr>
            <a:spLocks noGrp="1"/>
          </p:cNvSpPr>
          <p:nvPr>
            <p:ph type="title"/>
          </p:nvPr>
        </p:nvSpPr>
        <p:spPr>
          <a:xfrm>
            <a:off x="222380" y="186612"/>
            <a:ext cx="10515600" cy="785619"/>
          </a:xfrm>
        </p:spPr>
        <p:txBody>
          <a:bodyPr/>
          <a:lstStyle/>
          <a:p>
            <a:pPr algn="ctr"/>
            <a:r>
              <a:rPr lang="tr-TR" b="1" dirty="0">
                <a:effectLst>
                  <a:outerShdw blurRad="38100" dist="38100" dir="2700000" algn="tl">
                    <a:srgbClr val="000000">
                      <a:alpha val="43137"/>
                    </a:srgbClr>
                  </a:outerShdw>
                </a:effectLst>
              </a:rPr>
              <a:t>Simülasyon çıktıları-ISO D Tipi Yol Profili</a:t>
            </a:r>
            <a:endParaRPr lang="tr-TR" dirty="0"/>
          </a:p>
        </p:txBody>
      </p:sp>
      <p:pic>
        <p:nvPicPr>
          <p:cNvPr id="6" name="Resim 5" descr="metin, ekran görüntüsü, öykü gelişim çizgisi; kumpas; grafiğini çıkarma, yazı tipi içeren bir resim&#10;&#10;Açıklama otomatik olarak oluşturuldu">
            <a:extLst>
              <a:ext uri="{FF2B5EF4-FFF2-40B4-BE49-F238E27FC236}">
                <a16:creationId xmlns:a16="http://schemas.microsoft.com/office/drawing/2014/main" id="{DEA57224-EBAD-CBA6-4E13-4D7071AF1B7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1751" y="1111266"/>
            <a:ext cx="5711889" cy="4635467"/>
          </a:xfrm>
          <a:prstGeom prst="rect">
            <a:avLst/>
          </a:prstGeom>
          <a:noFill/>
          <a:ln>
            <a:noFill/>
          </a:ln>
        </p:spPr>
      </p:pic>
      <p:pic>
        <p:nvPicPr>
          <p:cNvPr id="8" name="Resim 7" descr="metin, diyagram, öykü gelişim çizgisi; kumpas; grafiğini çıkarma, çizgi içeren bir resim&#10;&#10;Açıklama otomatik olarak oluşturuldu">
            <a:extLst>
              <a:ext uri="{FF2B5EF4-FFF2-40B4-BE49-F238E27FC236}">
                <a16:creationId xmlns:a16="http://schemas.microsoft.com/office/drawing/2014/main" id="{85ACC1E5-AB1B-0B7D-529B-EEA1EFBA1A37}"/>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8326" t="3220" r="8550" b="2220"/>
          <a:stretch/>
        </p:blipFill>
        <p:spPr bwMode="auto">
          <a:xfrm>
            <a:off x="5707558" y="1111266"/>
            <a:ext cx="5891947" cy="4524424"/>
          </a:xfrm>
          <a:prstGeom prst="rect">
            <a:avLst/>
          </a:prstGeom>
          <a:noFill/>
          <a:ln>
            <a:noFill/>
          </a:ln>
          <a:extLst>
            <a:ext uri="{53640926-AAD7-44D8-BBD7-CCE9431645EC}">
              <a14:shadowObscured xmlns:a14="http://schemas.microsoft.com/office/drawing/2010/main"/>
            </a:ext>
          </a:extLst>
        </p:spPr>
      </p:pic>
      <p:sp>
        <p:nvSpPr>
          <p:cNvPr id="3" name="Metin kutusu 2">
            <a:extLst>
              <a:ext uri="{FF2B5EF4-FFF2-40B4-BE49-F238E27FC236}">
                <a16:creationId xmlns:a16="http://schemas.microsoft.com/office/drawing/2014/main" id="{795B9419-D146-DE13-2ED5-73FF6E34A52E}"/>
              </a:ext>
            </a:extLst>
          </p:cNvPr>
          <p:cNvSpPr txBox="1"/>
          <p:nvPr/>
        </p:nvSpPr>
        <p:spPr>
          <a:xfrm>
            <a:off x="222380" y="5885769"/>
            <a:ext cx="5161383" cy="646331"/>
          </a:xfrm>
          <a:prstGeom prst="rect">
            <a:avLst/>
          </a:prstGeom>
          <a:noFill/>
        </p:spPr>
        <p:txBody>
          <a:bodyPr wrap="square">
            <a:spAutoFit/>
          </a:bodyPr>
          <a:lstStyle/>
          <a:p>
            <a:r>
              <a:rPr lang="tr-TR" dirty="0"/>
              <a:t>Şekil 28- ISO D tipi yol girişine bağlı dikey süspansiyon ivmesi</a:t>
            </a:r>
          </a:p>
        </p:txBody>
      </p:sp>
      <p:sp>
        <p:nvSpPr>
          <p:cNvPr id="4" name="Metin kutusu 3">
            <a:extLst>
              <a:ext uri="{FF2B5EF4-FFF2-40B4-BE49-F238E27FC236}">
                <a16:creationId xmlns:a16="http://schemas.microsoft.com/office/drawing/2014/main" id="{21630D0A-F01B-E1F1-499A-AD1567189FFC}"/>
              </a:ext>
            </a:extLst>
          </p:cNvPr>
          <p:cNvSpPr txBox="1"/>
          <p:nvPr/>
        </p:nvSpPr>
        <p:spPr>
          <a:xfrm>
            <a:off x="6438122" y="5885769"/>
            <a:ext cx="5161383" cy="646331"/>
          </a:xfrm>
          <a:prstGeom prst="rect">
            <a:avLst/>
          </a:prstGeom>
          <a:noFill/>
        </p:spPr>
        <p:txBody>
          <a:bodyPr wrap="square">
            <a:spAutoFit/>
          </a:bodyPr>
          <a:lstStyle/>
          <a:p>
            <a:r>
              <a:rPr lang="tr-TR" dirty="0"/>
              <a:t>Şekil 29- ISO D tipi yol girişine bağlı dikey süspansiyon hareketi</a:t>
            </a:r>
          </a:p>
        </p:txBody>
      </p:sp>
    </p:spTree>
    <p:extLst>
      <p:ext uri="{BB962C8B-B14F-4D97-AF65-F5344CB8AC3E}">
        <p14:creationId xmlns:p14="http://schemas.microsoft.com/office/powerpoint/2010/main" val="9814386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2ED5E73-49BB-DF27-169F-55C09B0DF6FE}"/>
              </a:ext>
            </a:extLst>
          </p:cNvPr>
          <p:cNvSpPr>
            <a:spLocks noGrp="1"/>
          </p:cNvSpPr>
          <p:nvPr>
            <p:ph type="title"/>
          </p:nvPr>
        </p:nvSpPr>
        <p:spPr>
          <a:xfrm>
            <a:off x="222380" y="186612"/>
            <a:ext cx="10515600" cy="785619"/>
          </a:xfrm>
        </p:spPr>
        <p:txBody>
          <a:bodyPr/>
          <a:lstStyle/>
          <a:p>
            <a:pPr algn="ctr"/>
            <a:r>
              <a:rPr lang="tr-TR" b="1" dirty="0">
                <a:effectLst>
                  <a:outerShdw blurRad="38100" dist="38100" dir="2700000" algn="tl">
                    <a:srgbClr val="000000">
                      <a:alpha val="43137"/>
                    </a:srgbClr>
                  </a:outerShdw>
                </a:effectLst>
              </a:rPr>
              <a:t>Simülasyon çıktıları-ISO D Tipi Yol Profili</a:t>
            </a:r>
            <a:endParaRPr lang="tr-TR" dirty="0"/>
          </a:p>
        </p:txBody>
      </p:sp>
      <p:pic>
        <p:nvPicPr>
          <p:cNvPr id="4" name="Resim 3" descr="metin, ekran görüntüsü, yazı tipi, sayı, numara içeren bir resim&#10;&#10;Açıklama otomatik olarak oluşturuldu">
            <a:extLst>
              <a:ext uri="{FF2B5EF4-FFF2-40B4-BE49-F238E27FC236}">
                <a16:creationId xmlns:a16="http://schemas.microsoft.com/office/drawing/2014/main" id="{59A01DB2-C8C6-C84E-D910-FC812F4901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9637" y="1204912"/>
            <a:ext cx="2818428" cy="4448175"/>
          </a:xfrm>
          <a:prstGeom prst="rect">
            <a:avLst/>
          </a:prstGeom>
        </p:spPr>
      </p:pic>
      <p:pic>
        <p:nvPicPr>
          <p:cNvPr id="7" name="Resim 6" descr="metin, yazı tipi, tasarım içeren bir resim">
            <a:extLst>
              <a:ext uri="{FF2B5EF4-FFF2-40B4-BE49-F238E27FC236}">
                <a16:creationId xmlns:a16="http://schemas.microsoft.com/office/drawing/2014/main" id="{F5A0935C-9FB0-D637-F006-BE55E4B8A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22464" y="2259034"/>
            <a:ext cx="2764575" cy="2102401"/>
          </a:xfrm>
          <a:prstGeom prst="rect">
            <a:avLst/>
          </a:prstGeom>
        </p:spPr>
      </p:pic>
      <p:sp>
        <p:nvSpPr>
          <p:cNvPr id="3" name="Metin kutusu 2">
            <a:extLst>
              <a:ext uri="{FF2B5EF4-FFF2-40B4-BE49-F238E27FC236}">
                <a16:creationId xmlns:a16="http://schemas.microsoft.com/office/drawing/2014/main" id="{8862F911-1BF4-DCBB-D4A8-0037BB77BBB7}"/>
              </a:ext>
            </a:extLst>
          </p:cNvPr>
          <p:cNvSpPr txBox="1"/>
          <p:nvPr/>
        </p:nvSpPr>
        <p:spPr>
          <a:xfrm>
            <a:off x="5722464" y="5325072"/>
            <a:ext cx="4870899" cy="646331"/>
          </a:xfrm>
          <a:prstGeom prst="rect">
            <a:avLst/>
          </a:prstGeom>
          <a:noFill/>
        </p:spPr>
        <p:txBody>
          <a:bodyPr wrap="square">
            <a:spAutoFit/>
          </a:bodyPr>
          <a:lstStyle/>
          <a:p>
            <a:r>
              <a:rPr lang="tr-TR" dirty="0"/>
              <a:t>Şekil 30 31- ISO D yol profili altında dikey gövde hareketine ait norm değerleri</a:t>
            </a:r>
          </a:p>
        </p:txBody>
      </p:sp>
    </p:spTree>
    <p:extLst>
      <p:ext uri="{BB962C8B-B14F-4D97-AF65-F5344CB8AC3E}">
        <p14:creationId xmlns:p14="http://schemas.microsoft.com/office/powerpoint/2010/main" val="10138088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DD450-2017-4059-9E54-57E1B27F43D2}"/>
              </a:ext>
            </a:extLst>
          </p:cNvPr>
          <p:cNvSpPr>
            <a:spLocks noGrp="1"/>
          </p:cNvSpPr>
          <p:nvPr>
            <p:ph type="title"/>
          </p:nvPr>
        </p:nvSpPr>
        <p:spPr/>
        <p:txBody>
          <a:bodyPr/>
          <a:lstStyle/>
          <a:p>
            <a:r>
              <a:rPr lang="tr-TR" b="1" dirty="0">
                <a:effectLst>
                  <a:outerShdw blurRad="38100" dist="38100" dir="2700000" algn="tl">
                    <a:srgbClr val="000000">
                      <a:alpha val="43137"/>
                    </a:srgbClr>
                  </a:outerShdw>
                </a:effectLst>
              </a:rPr>
              <a:t>Sonuç ve öneriler</a:t>
            </a:r>
          </a:p>
        </p:txBody>
      </p:sp>
      <p:sp>
        <p:nvSpPr>
          <p:cNvPr id="3" name="Content Placeholder 2">
            <a:extLst>
              <a:ext uri="{FF2B5EF4-FFF2-40B4-BE49-F238E27FC236}">
                <a16:creationId xmlns:a16="http://schemas.microsoft.com/office/drawing/2014/main" id="{0E56CFA3-29B7-4B10-83C0-27793EC3714F}"/>
              </a:ext>
            </a:extLst>
          </p:cNvPr>
          <p:cNvSpPr>
            <a:spLocks noGrp="1"/>
          </p:cNvSpPr>
          <p:nvPr>
            <p:ph idx="1"/>
          </p:nvPr>
        </p:nvSpPr>
        <p:spPr/>
        <p:txBody>
          <a:bodyPr>
            <a:normAutofit lnSpcReduction="10000"/>
          </a:bodyPr>
          <a:lstStyle/>
          <a:p>
            <a:r>
              <a:rPr lang="tr-TR" dirty="0"/>
              <a:t>Aktif süspansiyon sistemlerinin, pasif süspansiyon sistemlerine kıyasla daha üstün performans sergilediği tespit edilmiştir.</a:t>
            </a:r>
          </a:p>
          <a:p>
            <a:r>
              <a:rPr lang="tr-TR" dirty="0"/>
              <a:t>Gerçekleştirilen testler ve analizler sonucunda, özellikle Optimal LQR kontrolcüsünün diğer kontrolcülere kıyasla daha iyi sonuçlar sağladığı görülmüştür.</a:t>
            </a:r>
          </a:p>
          <a:p>
            <a:r>
              <a:rPr lang="tr-TR" dirty="0"/>
              <a:t>Optimal LQR, maliyet fonksiyonundaki ağırlıkların daha hassas ayarlanması sayesinde, sistemin süspansiyon hareketini en aza indirirken yol tutuşunu ve sürüş konforunu maksimize etmiştir. Bu, aktif süspansiyon sistemlerinin ağır iş kamyonları gibi zorlu koşullarda çalışan araçlarda ne kadar etkili olduğunu bir kez daha ortaya koymuştur.</a:t>
            </a:r>
          </a:p>
        </p:txBody>
      </p:sp>
    </p:spTree>
    <p:extLst>
      <p:ext uri="{BB962C8B-B14F-4D97-AF65-F5344CB8AC3E}">
        <p14:creationId xmlns:p14="http://schemas.microsoft.com/office/powerpoint/2010/main" val="15878030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1037</TotalTime>
  <Words>2032</Words>
  <Application>Microsoft Office PowerPoint</Application>
  <PresentationFormat>Geniş ekran</PresentationFormat>
  <Paragraphs>181</Paragraphs>
  <Slides>29</Slides>
  <Notes>0</Notes>
  <HiddenSlides>0</HiddenSlides>
  <MMClips>1</MMClips>
  <ScaleCrop>false</ScaleCrop>
  <HeadingPairs>
    <vt:vector size="6" baseType="variant">
      <vt:variant>
        <vt:lpstr>Kullanılan Yazı Tipleri</vt:lpstr>
      </vt:variant>
      <vt:variant>
        <vt:i4>8</vt:i4>
      </vt:variant>
      <vt:variant>
        <vt:lpstr>Tema</vt:lpstr>
      </vt:variant>
      <vt:variant>
        <vt:i4>1</vt:i4>
      </vt:variant>
      <vt:variant>
        <vt:lpstr>Slayt Başlıkları</vt:lpstr>
      </vt:variant>
      <vt:variant>
        <vt:i4>29</vt:i4>
      </vt:variant>
    </vt:vector>
  </HeadingPairs>
  <TitlesOfParts>
    <vt:vector size="38" baseType="lpstr">
      <vt:lpstr>Aptos</vt:lpstr>
      <vt:lpstr>Arial</vt:lpstr>
      <vt:lpstr>Calibri</vt:lpstr>
      <vt:lpstr>Calibri Light</vt:lpstr>
      <vt:lpstr>Cambria Math</vt:lpstr>
      <vt:lpstr>Times New Roman</vt:lpstr>
      <vt:lpstr>ui-sans-serif</vt:lpstr>
      <vt:lpstr>Wingdings</vt:lpstr>
      <vt:lpstr>Office Theme</vt:lpstr>
      <vt:lpstr>YILDIZ TECHNICAL UNIVERSITY FACULTY OF ELECTRICAL-ELECTRONICS ENGINEERING DEPARTMENT OF CONTROL AND AUTOMATION ENGINEERING     ÇEYREK TAŞIT AKTİF SÜSPANSİYON SİSTEMİ OPTİMAL KONTROLÜ</vt:lpstr>
      <vt:lpstr>İÇERİK</vt:lpstr>
      <vt:lpstr>Giriş</vt:lpstr>
      <vt:lpstr>Amaç </vt:lpstr>
      <vt:lpstr>Literatür araştırması</vt:lpstr>
      <vt:lpstr>Yöntem</vt:lpstr>
      <vt:lpstr>Sistem modelleme</vt:lpstr>
      <vt:lpstr>Sistem modelleme / Durum Uzay Modeli</vt:lpstr>
      <vt:lpstr>Optimizasyon-Genetik algoritması</vt:lpstr>
      <vt:lpstr>Genetik algoritma-Temel bileşenler</vt:lpstr>
      <vt:lpstr>Parçacık Sürü Optimizasyonu</vt:lpstr>
      <vt:lpstr>PSO-Temel bileşenler</vt:lpstr>
      <vt:lpstr>Kontrolcü tasarımı</vt:lpstr>
      <vt:lpstr>Kontrolcü tasarımı-LQR</vt:lpstr>
      <vt:lpstr>Kontrolcü tasarımı-LQR</vt:lpstr>
      <vt:lpstr>Kontrolcü Tasarımı- Optimal PID</vt:lpstr>
      <vt:lpstr>Kontrolcü Tasarımı- Optimal PID</vt:lpstr>
      <vt:lpstr>Kontrolcü Tasarımı- Optimal PID</vt:lpstr>
      <vt:lpstr>Kontrolcü Tasarımı- Optimal LQR</vt:lpstr>
      <vt:lpstr>Kontrolcü Tasarımı- Optimal LQR</vt:lpstr>
      <vt:lpstr>Kontrolcü Tasarımı- Optimal LQR</vt:lpstr>
      <vt:lpstr>Kontrolcü Tasarımı- Optimal LQR</vt:lpstr>
      <vt:lpstr>PowerPoint Sunusu</vt:lpstr>
      <vt:lpstr>Simülasyon çıktıları-Tümsek                          Yol Profili</vt:lpstr>
      <vt:lpstr>Simülasyon çıktıları-Tümsek                          Yol Profili</vt:lpstr>
      <vt:lpstr>Simülasyon çıktıları-ISO D Tipi Yol Profili</vt:lpstr>
      <vt:lpstr>Simülasyon çıktıları-ISO D Tipi Yol Profili</vt:lpstr>
      <vt:lpstr>Simülasyon çıktıları-ISO D Tipi Yol Profili</vt:lpstr>
      <vt:lpstr>Sonuç ve öneriler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YILDIZ TECHNICAL UNIVERSITY FACULTY OF ELECTRICAL-ELECTRONICS ENGINEERING DEPARTMENT OF CONTROL AND AUTOMATION ENGINEERING     ÇEYREK TAŞIT AKTİF SÜSPANSİYON SİSTEMİ OPTİMAL KONTROLÜ</dc:title>
  <dc:creator>YIGITALP OZKAN (Kurumsal Emniyet Bsk. (Bakim ve Yer Operasyon Emniyet Md.) - Sorumlu Yardimcisi/Pt)</dc:creator>
  <cp:lastModifiedBy>Yusuf Kocabıyık</cp:lastModifiedBy>
  <cp:revision>9</cp:revision>
  <dcterms:created xsi:type="dcterms:W3CDTF">2024-06-03T14:27:19Z</dcterms:created>
  <dcterms:modified xsi:type="dcterms:W3CDTF">2024-06-05T09:22:40Z</dcterms:modified>
</cp:coreProperties>
</file>